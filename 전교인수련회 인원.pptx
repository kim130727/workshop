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3" autoAdjust="0"/>
    <p:restoredTop sz="96336" autoAdjust="0"/>
  </p:normalViewPr>
  <p:slideViewPr>
    <p:cSldViewPr snapToGrid="0">
      <p:cViewPr varScale="1">
        <p:scale>
          <a:sx n="113" d="100"/>
          <a:sy n="113" d="100"/>
        </p:scale>
        <p:origin x="22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1ED521-45FF-4621-8BA1-0B07B201A301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16BFD8-4E04-49B7-9A94-23E7F6504E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67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16BFD8-4E04-49B7-9A94-23E7F6504EE6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6555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8EDCE1-6A67-3403-D8C2-EE78D9E769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B560A21-041D-1AC6-FD33-A41FD55BF3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003F4F-EDF8-8AF7-8A19-265549632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98B19-B527-4412-940C-CD6A4B807A16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923113-75E5-F638-3792-E4E8CF40A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48135C-0068-201C-3100-392933ACE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48AF9-A607-40CC-AA6D-496BA9014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2159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A0EB11-84BB-D988-CE6F-25C08346A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85A546-71E7-FCA5-43C1-9E62D1467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FB9B72-FDAB-170D-08E1-12FDE94FD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98B19-B527-4412-940C-CD6A4B807A16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C0BCE8-64E4-192C-EE14-5893762AC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874BF3-376C-FD5E-26B1-DBFDCA0D0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48AF9-A607-40CC-AA6D-496BA9014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972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8FD260-EA98-2893-CD47-601825E51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BA800C-024A-EFC6-B96B-C7F705FCC1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1D4991-49DD-92C4-FFC1-4FD2F3FF0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98B19-B527-4412-940C-CD6A4B807A16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74476D-CBDA-94FB-9D00-0F90FEA1B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B92865-C864-4284-AF4C-50DD4F0CD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48AF9-A607-40CC-AA6D-496BA9014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5506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6DAA4F-1208-BABD-A37D-1164D87D7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923365-93DE-92CA-1BC7-1CC656579C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EDB8B63-1F89-C823-3C63-830AC5D32B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E679A1-6819-2A05-839F-A54622648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98B19-B527-4412-940C-CD6A4B807A16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E011FFD-EAC4-14F0-9A1A-EAB4549DC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59D97EE-40AA-C36A-1470-1ACDE9933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48AF9-A607-40CC-AA6D-496BA9014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6081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F4A3DD-C229-3766-099E-ECF6EDF22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203EF7-BBC6-DB3B-B48D-ED0F8BB51A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046967-D475-4191-3FAF-B969342D8F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98ECEDE-16D7-B9F2-9D2B-AE9E05CB20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80873C6-006D-34E7-CF07-C0C0D371F2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4BF51F7-485A-3C34-478B-D11637F31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98B19-B527-4412-940C-CD6A4B807A16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516DF04-E89E-FCA4-C33D-92755D9C2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B1C2B29-C6E6-53E8-F5A4-E06965BE3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48AF9-A607-40CC-AA6D-496BA9014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7976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36D4E0-8100-1CB7-F13E-E5A4A8837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37CB9CF-281C-0289-E643-3DE7255BB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98B19-B527-4412-940C-CD6A4B807A16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2233A19-1CF2-41FB-E9AA-C0887D097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45EAFF-6DD3-4201-611F-590814382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48AF9-A607-40CC-AA6D-496BA9014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9895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01A78C6-35E5-C10A-92D4-E14F3BC44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98B19-B527-4412-940C-CD6A4B807A16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645B222-4B82-B4E1-CB4A-A05DF1169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F65D27-B2E8-4986-A022-41622E73B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48AF9-A607-40CC-AA6D-496BA9014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913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422D9B-22ED-3027-89F7-1BB3DF445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CAB94E-4131-3BCE-795E-EC2AEB226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D6D60A1-3459-6EA9-C2F8-51850E81C2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3425D1C-5D12-9861-479E-D0877623E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98B19-B527-4412-940C-CD6A4B807A16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7A4C73A-42D3-333F-5C4B-D4CF3CB0D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D2E0792-947F-1136-63BD-F89F91561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48AF9-A607-40CC-AA6D-496BA9014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2544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2AC655-050E-E81A-203D-D0F97B274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0FBEDE6-05EA-BC7D-FD88-47950BFC9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BC3BF9B-DDB0-5AA0-F363-4DDB016DB6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A5D1ABF-BFE3-4DE6-A78E-058FE72F6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98B19-B527-4412-940C-CD6A4B807A16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5E5047-2EB1-ED6A-6C31-E7F12BD73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B0E2B8-3AF2-C174-124D-FE4B91243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48AF9-A607-40CC-AA6D-496BA9014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0126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97FC8D-D00B-5D50-25AB-390ED72DB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072C69E-70CF-B25E-BF3D-D39F4FE046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70F6CF-E260-C9ED-6907-93A98EEA0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98B19-B527-4412-940C-CD6A4B807A16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3082F4-20FB-6084-741B-0D1AA4061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F54B05-FC30-912C-556B-178F6205A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48AF9-A607-40CC-AA6D-496BA9014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1748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44D4705-1538-D1D4-FB94-1D0FC45035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35D5C5D-883C-D3E3-8F45-B618998DA8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233C52-488C-6D70-B0C0-80ADB3FF4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98B19-B527-4412-940C-CD6A4B807A16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327A95-0AEF-8583-A2CF-8DC835673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28B624-9B99-C780-7604-7AF7ECC7C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48AF9-A607-40CC-AA6D-496BA9014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6539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410E55D-F794-DBC5-28F4-337E1B829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3F4C75-8013-827B-D34B-712AF2DAE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55AE1D-726E-C293-F1C2-C5A05BDE22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698B19-B527-4412-940C-CD6A4B807A16}" type="datetimeFigureOut">
              <a:rPr lang="ko-KR" altLang="en-US" smtClean="0"/>
              <a:t>2026-09-30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B02E9E-AC68-E801-41AA-4CC5DC8E94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9025A8-2844-7DA6-7299-FEF3660041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48AF9-A607-40CC-AA6D-496BA9014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6800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E29C02E0-176F-14A0-2E44-DFDA69F87F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3AC60A2-A232-FAED-7FFD-5A597B926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72" y="424143"/>
            <a:ext cx="11403237" cy="5815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794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441A9-BB78-BA87-C846-0FB930881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393AF25C-1464-7671-7D24-2F2AC47A9C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6C86ACE-9E10-F52B-2246-9A2D5DDD95F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8C24D70-F967-46AE-98F7-883EA7568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6340" y="373843"/>
            <a:ext cx="8297956" cy="611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900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</Words>
  <Application>Microsoft Office PowerPoint</Application>
  <PresentationFormat>와이드스크린</PresentationFormat>
  <Paragraphs>1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성환 김</dc:creator>
  <cp:lastModifiedBy>성환 김</cp:lastModifiedBy>
  <cp:revision>6</cp:revision>
  <dcterms:created xsi:type="dcterms:W3CDTF">2026-09-28T00:54:14Z</dcterms:created>
  <dcterms:modified xsi:type="dcterms:W3CDTF">2026-09-30T01:23:51Z</dcterms:modified>
</cp:coreProperties>
</file>