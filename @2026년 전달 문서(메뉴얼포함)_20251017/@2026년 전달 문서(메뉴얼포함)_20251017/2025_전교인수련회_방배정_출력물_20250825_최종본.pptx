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298" r:id="rId3"/>
    <p:sldId id="299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6" r:id="rId20"/>
    <p:sldId id="317" r:id="rId21"/>
    <p:sldId id="318" r:id="rId22"/>
    <p:sldId id="319" r:id="rId23"/>
    <p:sldId id="320" r:id="rId24"/>
    <p:sldId id="321" r:id="rId25"/>
    <p:sldId id="322" r:id="rId26"/>
    <p:sldId id="323" r:id="rId27"/>
    <p:sldId id="324" r:id="rId28"/>
    <p:sldId id="350" r:id="rId29"/>
    <p:sldId id="325" r:id="rId30"/>
    <p:sldId id="296" r:id="rId31"/>
    <p:sldId id="338" r:id="rId32"/>
    <p:sldId id="329" r:id="rId33"/>
    <p:sldId id="339" r:id="rId34"/>
    <p:sldId id="328" r:id="rId35"/>
    <p:sldId id="348" r:id="rId36"/>
    <p:sldId id="327" r:id="rId37"/>
    <p:sldId id="342" r:id="rId38"/>
    <p:sldId id="341" r:id="rId39"/>
    <p:sldId id="343" r:id="rId40"/>
    <p:sldId id="344" r:id="rId41"/>
    <p:sldId id="345" r:id="rId42"/>
    <p:sldId id="346" r:id="rId43"/>
    <p:sldId id="347" r:id="rId44"/>
    <p:sldId id="337" r:id="rId45"/>
    <p:sldId id="354" r:id="rId46"/>
    <p:sldId id="349" r:id="rId47"/>
    <p:sldId id="353" r:id="rId48"/>
    <p:sldId id="351" r:id="rId49"/>
    <p:sldId id="352" r:id="rId50"/>
    <p:sldId id="355" r:id="rId51"/>
    <p:sldId id="356" r:id="rId52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D94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74" autoAdjust="0"/>
    <p:restoredTop sz="94660"/>
  </p:normalViewPr>
  <p:slideViewPr>
    <p:cSldViewPr>
      <p:cViewPr varScale="1">
        <p:scale>
          <a:sx n="73" d="100"/>
          <a:sy n="73" d="100"/>
        </p:scale>
        <p:origin x="66" y="8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2T01:11:12.141"/>
    </inkml:context>
    <inkml:brush xml:id="br0">
      <inkml:brushProperty name="width" value="0.35" units="cm"/>
      <inkml:brushProperty name="height" value="2.1" units="cm"/>
      <inkml:brushProperty name="color" value="#33CCFF"/>
      <inkml:brushProperty name="ignorePressure" value="1"/>
      <inkml:brushProperty name="inkEffects" value="pencil"/>
    </inkml:brush>
  </inkml:definitions>
  <inkml:trace contextRef="#ctx0" brushRef="#br0">1780 1,'-4'0,"-9"0,-4 0,-12 2,-7 3,-8 6,-7 4,-5 6,-12 4,-11 11,-6 5,-5 4,-2 7,-3 7,-1 8,-2 3,1 3,7 1,8 1,5-1,8 3,6 8,5 6,6 5,0 9,6 2,6 1,6-2,7 4,8 5,7 8,6 10,4 9,2 6,8 0,20 8,18 0,13-8,9-7,3-9,4-9,0-8,0-3,2 0,8 7,4 2,4 3,4-2,7 1,3-7,2-7,4-3,-2-2,-2-2,-3-5,-3-5,3 0,0 2,5 1,4 0,3-5,-1-2,-1-7,-5-10,-4-6,1-1,7 0,-2-2,2 0,5 1,-2-7,-15-7,-23-10,-22-12,-17-8,-9-3,0 0,5 2,8 3,3-3,-5-4,-9-4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1:11:17.427"/>
    </inkml:context>
    <inkml:brush xml:id="br0">
      <inkml:brushProperty name="width" value="0.35" units="cm"/>
      <inkml:brushProperty name="height" value="2.1" units="cm"/>
      <inkml:brushProperty name="color" value="#33CCFF"/>
      <inkml:brushProperty name="ignorePressure" value="1"/>
      <inkml:brushProperty name="inkEffects" value="pencil"/>
    </inkml:brush>
  </inkml:definitions>
  <inkml:trace contextRef="#ctx0" brushRef="#br0">0 0 0,'476'543'0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2T01:11:21.263"/>
    </inkml:context>
    <inkml:brush xml:id="br0">
      <inkml:brushProperty name="width" value="0.35" units="cm"/>
      <inkml:brushProperty name="height" value="2.1" units="cm"/>
      <inkml:brushProperty name="color" value="#33CCFF"/>
      <inkml:brushProperty name="ignorePressure" value="1"/>
      <inkml:brushProperty name="inkEffects" value="pencil"/>
    </inkml:brush>
  </inkml:definitions>
  <inkml:trace contextRef="#ctx0" brushRef="#br0">759 10,'0'-2,"-6"-1,-10 1,-8-1,-3 4,-5 1,-5 2,-2 1,1 0,2 1,3-1,5-1,3 1,0 0,3-1,1-1,-1-2,-1 0,-1-1,1 0,2 0,3 0,2 0,1 0,1 0,-1-1,-1 1,1 0,0 3,-2 0,0-1,0 1,2-2,0 0,-2 0,3-1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2T02:08:02.636"/>
    </inkml:context>
    <inkml:brush xml:id="br0">
      <inkml:brushProperty name="width" value="0.35" units="cm"/>
      <inkml:brushProperty name="height" value="2.1" units="cm"/>
      <inkml:brushProperty name="color" value="#33CCFF"/>
      <inkml:brushProperty name="ignorePressure" value="1"/>
      <inkml:brushProperty name="inkEffects" value="pencil"/>
    </inkml:brush>
  </inkml:definitions>
  <inkml:trace contextRef="#ctx0" brushRef="#br0">1780 1,'-4'0,"-9"0,-4 0,-12 2,-7 3,-8 6,-7 4,-5 6,-12 4,-11 11,-6 5,-5 4,-2 7,-3 7,-1 8,-2 3,1 3,7 1,8 1,5-1,8 3,6 8,5 6,6 5,0 9,6 2,6 1,6-2,7 4,8 5,7 8,6 10,4 9,2 6,8 0,20 8,18 0,13-8,9-7,3-9,4-9,0-8,0-3,2 0,8 7,4 2,4 3,4-2,7 1,3-7,2-7,4-3,-2-2,-2-2,-3-5,-3-5,3 0,0 2,5 1,4 0,3-5,-1-2,-1-7,-5-10,-4-6,1-1,7 0,-2-2,2 0,5 1,-2-7,-15-7,-23-10,-22-12,-17-8,-9-3,0 0,5 2,8 3,3-3,-5-4,-9-4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2:08:02.637"/>
    </inkml:context>
    <inkml:brush xml:id="br0">
      <inkml:brushProperty name="width" value="0.35" units="cm"/>
      <inkml:brushProperty name="height" value="2.1" units="cm"/>
      <inkml:brushProperty name="color" value="#33CCFF"/>
      <inkml:brushProperty name="ignorePressure" value="1"/>
      <inkml:brushProperty name="inkEffects" value="pencil"/>
    </inkml:brush>
  </inkml:definitions>
  <inkml:trace contextRef="#ctx0" brushRef="#br0">0 0 0,'476'543'0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2T02:08:02.638"/>
    </inkml:context>
    <inkml:brush xml:id="br0">
      <inkml:brushProperty name="width" value="0.35" units="cm"/>
      <inkml:brushProperty name="height" value="2.1" units="cm"/>
      <inkml:brushProperty name="color" value="#33CCFF"/>
      <inkml:brushProperty name="ignorePressure" value="1"/>
      <inkml:brushProperty name="inkEffects" value="pencil"/>
    </inkml:brush>
  </inkml:definitions>
  <inkml:trace contextRef="#ctx0" brushRef="#br0">759 10,'0'-2,"-6"-1,-10 1,-8-1,-3 4,-5 1,-5 2,-2 1,1 0,2 1,3-1,5-1,3 1,0 0,3-1,1-1,-1-2,-1 0,-1-1,1 0,2 0,3 0,2 0,1 0,1 0,-1-1,-1 1,1 0,0 3,-2 0,0-1,0 1,2-2,0 0,-2 0,3-1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2025-08-23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2025-08-23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2025-08-23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2025-08-23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2025-08-23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2025-08-23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2025-08-23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2025-08-23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2025-08-23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2025-08-23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2025-08-23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2025-08-23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2.xml"/><Relationship Id="rId4" Type="http://schemas.openxmlformats.org/officeDocument/2006/relationships/image" Target="../media/image5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5.xml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67543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799" y="1544018"/>
            <a:ext cx="7772400" cy="4405262"/>
          </a:xfrm>
        </p:spPr>
        <p:txBody>
          <a:bodyPr>
            <a:noAutofit/>
          </a:bodyPr>
          <a:lstStyle/>
          <a:p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조용석 </a:t>
            </a:r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신찬미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(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하늘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)</a:t>
            </a:r>
            <a:endParaRPr lang="ko-KR" altLang="en-US" sz="8000" dirty="0">
              <a:latin typeface="KoddiUD 온고딕 Bold" pitchFamily="50" charset="-127"/>
              <a:ea typeface="KoddiUD 온고딕 Bold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32292" y="489446"/>
            <a:ext cx="2079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/>
              <a:t>205</a:t>
            </a:r>
            <a:r>
              <a:rPr lang="ko-KR" altLang="en-US" sz="5400" b="1" dirty="0"/>
              <a:t>호</a:t>
            </a:r>
          </a:p>
        </p:txBody>
      </p:sp>
    </p:spTree>
    <p:extLst>
      <p:ext uri="{BB962C8B-B14F-4D97-AF65-F5344CB8AC3E}">
        <p14:creationId xmlns:p14="http://schemas.microsoft.com/office/powerpoint/2010/main" val="2477320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79ED6-A63F-CAA4-3B86-7AF353FA9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866478A-3F38-8B88-0388-4B62EFD1BA4F}"/>
              </a:ext>
            </a:extLst>
          </p:cNvPr>
          <p:cNvSpPr/>
          <p:nvPr/>
        </p:nvSpPr>
        <p:spPr>
          <a:xfrm>
            <a:off x="467543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7D43497-0617-D7CE-5265-CBBF1AFE8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1544018"/>
            <a:ext cx="7772400" cy="4405262"/>
          </a:xfrm>
        </p:spPr>
        <p:txBody>
          <a:bodyPr>
            <a:noAutofit/>
          </a:bodyPr>
          <a:lstStyle/>
          <a:p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조길환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 김미정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(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헌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, 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은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, 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단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)</a:t>
            </a:r>
            <a:endParaRPr lang="ko-KR" altLang="en-US" sz="8000" dirty="0">
              <a:latin typeface="KoddiUD 온고딕 Bold" pitchFamily="50" charset="-127"/>
              <a:ea typeface="KoddiUD 온고딕 Bold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3D4C2C-A65B-3C9A-2E10-82171EFF7CBA}"/>
              </a:ext>
            </a:extLst>
          </p:cNvPr>
          <p:cNvSpPr txBox="1"/>
          <p:nvPr/>
        </p:nvSpPr>
        <p:spPr>
          <a:xfrm>
            <a:off x="3532292" y="489446"/>
            <a:ext cx="2079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/>
              <a:t>207</a:t>
            </a:r>
            <a:r>
              <a:rPr lang="ko-KR" altLang="en-US" sz="5400" b="1" dirty="0"/>
              <a:t>호</a:t>
            </a:r>
          </a:p>
        </p:txBody>
      </p:sp>
    </p:spTree>
    <p:extLst>
      <p:ext uri="{BB962C8B-B14F-4D97-AF65-F5344CB8AC3E}">
        <p14:creationId xmlns:p14="http://schemas.microsoft.com/office/powerpoint/2010/main" val="3393427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CC3D5-B273-9250-4F06-E3E270AEC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45A0244-FA3D-0745-DBEB-0FCC881B1DD9}"/>
              </a:ext>
            </a:extLst>
          </p:cNvPr>
          <p:cNvSpPr/>
          <p:nvPr/>
        </p:nvSpPr>
        <p:spPr>
          <a:xfrm>
            <a:off x="467543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DEA267A-8CC0-D9C7-0EC3-668A78EA9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1544018"/>
            <a:ext cx="7772400" cy="4405262"/>
          </a:xfrm>
        </p:spPr>
        <p:txBody>
          <a:bodyPr>
            <a:noAutofit/>
          </a:bodyPr>
          <a:lstStyle/>
          <a:p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성규상 배지나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(</a:t>
            </a:r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은율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)</a:t>
            </a:r>
            <a:endParaRPr lang="ko-KR" altLang="en-US" sz="8000" dirty="0">
              <a:latin typeface="KoddiUD 온고딕 Bold" pitchFamily="50" charset="-127"/>
              <a:ea typeface="KoddiUD 온고딕 Bold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34C25B-62DB-3E18-B69C-6FEB847E33FB}"/>
              </a:ext>
            </a:extLst>
          </p:cNvPr>
          <p:cNvSpPr txBox="1"/>
          <p:nvPr/>
        </p:nvSpPr>
        <p:spPr>
          <a:xfrm>
            <a:off x="3532292" y="489446"/>
            <a:ext cx="2079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/>
              <a:t>208</a:t>
            </a:r>
            <a:r>
              <a:rPr lang="ko-KR" altLang="en-US" sz="5400" b="1" dirty="0"/>
              <a:t>호</a:t>
            </a:r>
          </a:p>
        </p:txBody>
      </p:sp>
    </p:spTree>
    <p:extLst>
      <p:ext uri="{BB962C8B-B14F-4D97-AF65-F5344CB8AC3E}">
        <p14:creationId xmlns:p14="http://schemas.microsoft.com/office/powerpoint/2010/main" val="3098575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C28B4-EFD8-B84E-45A5-EB394D2F3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67B847A-0F12-90F7-C4F0-71BDDDE92077}"/>
              </a:ext>
            </a:extLst>
          </p:cNvPr>
          <p:cNvSpPr/>
          <p:nvPr/>
        </p:nvSpPr>
        <p:spPr>
          <a:xfrm>
            <a:off x="467543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6F0F7C1-8D7E-513B-B1CC-CD46CF88CE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1544018"/>
            <a:ext cx="7772400" cy="4405262"/>
          </a:xfrm>
        </p:spPr>
        <p:txBody>
          <a:bodyPr>
            <a:noAutofit/>
          </a:bodyPr>
          <a:lstStyle/>
          <a:p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김성환 임현정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(</a:t>
            </a:r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지율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, </a:t>
            </a:r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나율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, </a:t>
            </a:r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서율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)</a:t>
            </a:r>
            <a:endParaRPr lang="ko-KR" altLang="en-US" sz="8000" dirty="0">
              <a:latin typeface="KoddiUD 온고딕 Bold" pitchFamily="50" charset="-127"/>
              <a:ea typeface="KoddiUD 온고딕 Bold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05ADFA-3194-35D6-19B6-CF78A4237982}"/>
              </a:ext>
            </a:extLst>
          </p:cNvPr>
          <p:cNvSpPr txBox="1"/>
          <p:nvPr/>
        </p:nvSpPr>
        <p:spPr>
          <a:xfrm>
            <a:off x="3532292" y="489446"/>
            <a:ext cx="2079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/>
              <a:t>209</a:t>
            </a:r>
            <a:r>
              <a:rPr lang="ko-KR" altLang="en-US" sz="5400" b="1" dirty="0"/>
              <a:t>호</a:t>
            </a:r>
          </a:p>
        </p:txBody>
      </p:sp>
    </p:spTree>
    <p:extLst>
      <p:ext uri="{BB962C8B-B14F-4D97-AF65-F5344CB8AC3E}">
        <p14:creationId xmlns:p14="http://schemas.microsoft.com/office/powerpoint/2010/main" val="4236555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2D49F-72E3-2B89-2BFF-905606F27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2127D3A-13F7-9823-C46D-80356B5A5DC6}"/>
              </a:ext>
            </a:extLst>
          </p:cNvPr>
          <p:cNvSpPr/>
          <p:nvPr/>
        </p:nvSpPr>
        <p:spPr>
          <a:xfrm>
            <a:off x="467543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B632434-55A2-4DF5-DF91-EFC5D46B80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1544018"/>
            <a:ext cx="7772400" cy="4405262"/>
          </a:xfrm>
        </p:spPr>
        <p:txBody>
          <a:bodyPr>
            <a:noAutofit/>
          </a:bodyPr>
          <a:lstStyle/>
          <a:p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박용범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 박수하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(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현준 예린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)</a:t>
            </a:r>
            <a:endParaRPr lang="ko-KR" altLang="en-US" sz="8000" dirty="0">
              <a:latin typeface="KoddiUD 온고딕 Bold" pitchFamily="50" charset="-127"/>
              <a:ea typeface="KoddiUD 온고딕 Bold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A01197-041D-7FAE-E0A6-AE4ECC173FF8}"/>
              </a:ext>
            </a:extLst>
          </p:cNvPr>
          <p:cNvSpPr txBox="1"/>
          <p:nvPr/>
        </p:nvSpPr>
        <p:spPr>
          <a:xfrm>
            <a:off x="3532292" y="489446"/>
            <a:ext cx="2079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/>
              <a:t>210</a:t>
            </a:r>
            <a:r>
              <a:rPr lang="ko-KR" altLang="en-US" sz="5400" b="1" dirty="0"/>
              <a:t>호</a:t>
            </a:r>
          </a:p>
        </p:txBody>
      </p:sp>
    </p:spTree>
    <p:extLst>
      <p:ext uri="{BB962C8B-B14F-4D97-AF65-F5344CB8AC3E}">
        <p14:creationId xmlns:p14="http://schemas.microsoft.com/office/powerpoint/2010/main" val="537459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BD331-CA85-1B44-8461-75BD1A179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C601D06-6BA9-8EB6-00AB-AAC67DBA107D}"/>
              </a:ext>
            </a:extLst>
          </p:cNvPr>
          <p:cNvSpPr/>
          <p:nvPr/>
        </p:nvSpPr>
        <p:spPr>
          <a:xfrm>
            <a:off x="467543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500225A-2D2B-8138-CE73-44C7F7E9C5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1544018"/>
            <a:ext cx="7772400" cy="4405262"/>
          </a:xfrm>
        </p:spPr>
        <p:txBody>
          <a:bodyPr>
            <a:noAutofit/>
          </a:bodyPr>
          <a:lstStyle/>
          <a:p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조요셉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 박지혜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(</a:t>
            </a:r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다엘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)</a:t>
            </a:r>
            <a:endParaRPr lang="ko-KR" altLang="en-US" sz="8000" dirty="0">
              <a:latin typeface="KoddiUD 온고딕 Bold" pitchFamily="50" charset="-127"/>
              <a:ea typeface="KoddiUD 온고딕 Bold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B75840-98EF-FE21-2B58-B6AD4505DE4C}"/>
              </a:ext>
            </a:extLst>
          </p:cNvPr>
          <p:cNvSpPr txBox="1"/>
          <p:nvPr/>
        </p:nvSpPr>
        <p:spPr>
          <a:xfrm>
            <a:off x="3532292" y="489446"/>
            <a:ext cx="2079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/>
              <a:t>211</a:t>
            </a:r>
            <a:r>
              <a:rPr lang="ko-KR" altLang="en-US" sz="5400" b="1" dirty="0"/>
              <a:t>호</a:t>
            </a:r>
          </a:p>
        </p:txBody>
      </p:sp>
    </p:spTree>
    <p:extLst>
      <p:ext uri="{BB962C8B-B14F-4D97-AF65-F5344CB8AC3E}">
        <p14:creationId xmlns:p14="http://schemas.microsoft.com/office/powerpoint/2010/main" val="2000982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C669-709D-5FD5-8479-FE574154C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7C2810B-2228-F17A-4E77-09191CF90582}"/>
              </a:ext>
            </a:extLst>
          </p:cNvPr>
          <p:cNvSpPr/>
          <p:nvPr/>
        </p:nvSpPr>
        <p:spPr>
          <a:xfrm>
            <a:off x="467543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DDA9683-955C-D369-A248-5AC45BDD7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1544018"/>
            <a:ext cx="7772400" cy="4405262"/>
          </a:xfrm>
        </p:spPr>
        <p:txBody>
          <a:bodyPr>
            <a:noAutofit/>
          </a:bodyPr>
          <a:lstStyle/>
          <a:p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이연필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 </a:t>
            </a:r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송호숙</a:t>
            </a:r>
            <a:endParaRPr lang="ko-KR" altLang="en-US" sz="8000" dirty="0">
              <a:latin typeface="KoddiUD 온고딕 Bold" pitchFamily="50" charset="-127"/>
              <a:ea typeface="KoddiUD 온고딕 Bold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671138-E110-DEF6-406A-F6116B07FB3B}"/>
              </a:ext>
            </a:extLst>
          </p:cNvPr>
          <p:cNvSpPr txBox="1"/>
          <p:nvPr/>
        </p:nvSpPr>
        <p:spPr>
          <a:xfrm>
            <a:off x="3532292" y="489446"/>
            <a:ext cx="2079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/>
              <a:t>212</a:t>
            </a:r>
            <a:r>
              <a:rPr lang="ko-KR" altLang="en-US" sz="5400" b="1" dirty="0"/>
              <a:t>호</a:t>
            </a:r>
          </a:p>
        </p:txBody>
      </p:sp>
    </p:spTree>
    <p:extLst>
      <p:ext uri="{BB962C8B-B14F-4D97-AF65-F5344CB8AC3E}">
        <p14:creationId xmlns:p14="http://schemas.microsoft.com/office/powerpoint/2010/main" val="2168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E5D43-994E-1364-DB26-F3F82E519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E79DEB1-9C4C-B71D-700D-68A4DB154335}"/>
              </a:ext>
            </a:extLst>
          </p:cNvPr>
          <p:cNvSpPr/>
          <p:nvPr/>
        </p:nvSpPr>
        <p:spPr>
          <a:xfrm>
            <a:off x="467543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65EF7E2-DBCC-9F9A-093E-56D8D6811B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1544018"/>
            <a:ext cx="7772400" cy="4405262"/>
          </a:xfrm>
        </p:spPr>
        <p:txBody>
          <a:bodyPr>
            <a:noAutofit/>
          </a:bodyPr>
          <a:lstStyle/>
          <a:p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윤장우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 </a:t>
            </a:r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노재숙</a:t>
            </a:r>
            <a:endParaRPr lang="ko-KR" altLang="en-US" sz="8000" dirty="0">
              <a:latin typeface="KoddiUD 온고딕 Bold" pitchFamily="50" charset="-127"/>
              <a:ea typeface="KoddiUD 온고딕 Bold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9464F6-BD54-19E2-29C1-86D0E7E0FC2B}"/>
              </a:ext>
            </a:extLst>
          </p:cNvPr>
          <p:cNvSpPr txBox="1"/>
          <p:nvPr/>
        </p:nvSpPr>
        <p:spPr>
          <a:xfrm>
            <a:off x="3532292" y="489446"/>
            <a:ext cx="2079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/>
              <a:t>213</a:t>
            </a:r>
            <a:r>
              <a:rPr lang="ko-KR" altLang="en-US" sz="5400" b="1" dirty="0"/>
              <a:t>호</a:t>
            </a:r>
          </a:p>
        </p:txBody>
      </p:sp>
    </p:spTree>
    <p:extLst>
      <p:ext uri="{BB962C8B-B14F-4D97-AF65-F5344CB8AC3E}">
        <p14:creationId xmlns:p14="http://schemas.microsoft.com/office/powerpoint/2010/main" val="3470956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4BD66-6BBB-1499-E647-5548DFBF1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8D226B4-3DE8-5E30-16B9-D8099562ACC2}"/>
              </a:ext>
            </a:extLst>
          </p:cNvPr>
          <p:cNvSpPr/>
          <p:nvPr/>
        </p:nvSpPr>
        <p:spPr>
          <a:xfrm>
            <a:off x="467543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9D7DFEB-D6D5-24D1-1394-19694848D8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1544018"/>
            <a:ext cx="7772400" cy="4405262"/>
          </a:xfrm>
        </p:spPr>
        <p:txBody>
          <a:bodyPr>
            <a:noAutofit/>
          </a:bodyPr>
          <a:lstStyle/>
          <a:p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한상택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임진산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 </a:t>
            </a:r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한연경</a:t>
            </a:r>
            <a:endParaRPr lang="ko-KR" altLang="en-US" sz="8000" dirty="0">
              <a:latin typeface="KoddiUD 온고딕 Bold" pitchFamily="50" charset="-127"/>
              <a:ea typeface="KoddiUD 온고딕 Bold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083055-1C1E-73E4-B71D-9B74AF619323}"/>
              </a:ext>
            </a:extLst>
          </p:cNvPr>
          <p:cNvSpPr txBox="1"/>
          <p:nvPr/>
        </p:nvSpPr>
        <p:spPr>
          <a:xfrm>
            <a:off x="3532292" y="489446"/>
            <a:ext cx="2079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/>
              <a:t>214</a:t>
            </a:r>
            <a:r>
              <a:rPr lang="ko-KR" altLang="en-US" sz="5400" b="1" dirty="0"/>
              <a:t>호</a:t>
            </a:r>
          </a:p>
        </p:txBody>
      </p:sp>
    </p:spTree>
    <p:extLst>
      <p:ext uri="{BB962C8B-B14F-4D97-AF65-F5344CB8AC3E}">
        <p14:creationId xmlns:p14="http://schemas.microsoft.com/office/powerpoint/2010/main" val="3680841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43976-B61A-F5FC-6F8B-932FAC91B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E61D154-3C0F-8DE1-3058-6887BADCDDD0}"/>
              </a:ext>
            </a:extLst>
          </p:cNvPr>
          <p:cNvSpPr/>
          <p:nvPr/>
        </p:nvSpPr>
        <p:spPr>
          <a:xfrm>
            <a:off x="467543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2D9F3AB-202C-FAF3-84F8-A3944A8B27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1544018"/>
            <a:ext cx="7772400" cy="4405262"/>
          </a:xfrm>
        </p:spPr>
        <p:txBody>
          <a:bodyPr>
            <a:noAutofit/>
          </a:bodyPr>
          <a:lstStyle/>
          <a:p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안혜경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박정숙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추정옥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김미애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33DFF7-252C-B4A0-3E19-CBABA2CA52A9}"/>
              </a:ext>
            </a:extLst>
          </p:cNvPr>
          <p:cNvSpPr txBox="1"/>
          <p:nvPr/>
        </p:nvSpPr>
        <p:spPr>
          <a:xfrm>
            <a:off x="3532292" y="489446"/>
            <a:ext cx="2079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/>
              <a:t>204</a:t>
            </a:r>
            <a:r>
              <a:rPr lang="ko-KR" altLang="en-US" sz="5400" b="1" dirty="0"/>
              <a:t>호</a:t>
            </a:r>
          </a:p>
        </p:txBody>
      </p:sp>
    </p:spTree>
    <p:extLst>
      <p:ext uri="{BB962C8B-B14F-4D97-AF65-F5344CB8AC3E}">
        <p14:creationId xmlns:p14="http://schemas.microsoft.com/office/powerpoint/2010/main" val="992439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1058C-2690-8D4C-33CD-15F4F9B2F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07AC6ED-8FFD-930B-AC41-D6431CAE3178}"/>
              </a:ext>
            </a:extLst>
          </p:cNvPr>
          <p:cNvSpPr/>
          <p:nvPr/>
        </p:nvSpPr>
        <p:spPr>
          <a:xfrm>
            <a:off x="467543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FA10882-3EE0-ABEF-A98B-D2FF9C2EA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1544018"/>
            <a:ext cx="7772400" cy="4405262"/>
          </a:xfrm>
        </p:spPr>
        <p:txBody>
          <a:bodyPr>
            <a:noAutofit/>
          </a:bodyPr>
          <a:lstStyle/>
          <a:p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남현정 김민지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김난해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 박미란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EE6C04-87D5-AAD5-BDEA-FCECAF7D5E77}"/>
              </a:ext>
            </a:extLst>
          </p:cNvPr>
          <p:cNvSpPr txBox="1"/>
          <p:nvPr/>
        </p:nvSpPr>
        <p:spPr>
          <a:xfrm>
            <a:off x="3532292" y="489446"/>
            <a:ext cx="2079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/>
              <a:t>203</a:t>
            </a:r>
            <a:r>
              <a:rPr lang="ko-KR" altLang="en-US" sz="5400" b="1" dirty="0"/>
              <a:t>호</a:t>
            </a:r>
          </a:p>
        </p:txBody>
      </p:sp>
    </p:spTree>
    <p:extLst>
      <p:ext uri="{BB962C8B-B14F-4D97-AF65-F5344CB8AC3E}">
        <p14:creationId xmlns:p14="http://schemas.microsoft.com/office/powerpoint/2010/main" val="1623538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AD267-115C-3576-2220-88B052F3E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6B7267A-702B-5F1A-E001-E03810BDB6BB}"/>
              </a:ext>
            </a:extLst>
          </p:cNvPr>
          <p:cNvSpPr/>
          <p:nvPr/>
        </p:nvSpPr>
        <p:spPr>
          <a:xfrm>
            <a:off x="467543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794760D-A751-5E0B-A3BA-4B8276FAA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1544018"/>
            <a:ext cx="7772400" cy="4405262"/>
          </a:xfrm>
        </p:spPr>
        <p:txBody>
          <a:bodyPr>
            <a:noAutofit/>
          </a:bodyPr>
          <a:lstStyle/>
          <a:p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김보람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 김현정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(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재윤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, 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도윤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, 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하윤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)</a:t>
            </a:r>
            <a:endParaRPr lang="ko-KR" altLang="en-US" sz="8000" dirty="0">
              <a:latin typeface="KoddiUD 온고딕 Bold" pitchFamily="50" charset="-127"/>
              <a:ea typeface="KoddiUD 온고딕 Bold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0E39D-F29F-41C2-8D76-0FD138A72AFD}"/>
              </a:ext>
            </a:extLst>
          </p:cNvPr>
          <p:cNvSpPr txBox="1"/>
          <p:nvPr/>
        </p:nvSpPr>
        <p:spPr>
          <a:xfrm>
            <a:off x="3532292" y="489446"/>
            <a:ext cx="2079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/>
              <a:t>202</a:t>
            </a:r>
            <a:r>
              <a:rPr lang="ko-KR" altLang="en-US" sz="5400" b="1" dirty="0"/>
              <a:t>호</a:t>
            </a:r>
          </a:p>
        </p:txBody>
      </p:sp>
    </p:spTree>
    <p:extLst>
      <p:ext uri="{BB962C8B-B14F-4D97-AF65-F5344CB8AC3E}">
        <p14:creationId xmlns:p14="http://schemas.microsoft.com/office/powerpoint/2010/main" val="2297317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1D119-83B4-B347-7583-B274531A8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4452823-D3E2-386D-0DAB-0CA929508AD8}"/>
              </a:ext>
            </a:extLst>
          </p:cNvPr>
          <p:cNvSpPr/>
          <p:nvPr/>
        </p:nvSpPr>
        <p:spPr>
          <a:xfrm>
            <a:off x="467543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6653B48-22AB-DAB7-6B14-A74243B9E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1544018"/>
            <a:ext cx="7772400" cy="4405262"/>
          </a:xfrm>
        </p:spPr>
        <p:txBody>
          <a:bodyPr>
            <a:noAutofit/>
          </a:bodyPr>
          <a:lstStyle/>
          <a:p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서성민 </a:t>
            </a:r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노길자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(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희준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, 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희연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, 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윤설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)</a:t>
            </a:r>
            <a:endParaRPr lang="ko-KR" altLang="en-US" sz="8000" dirty="0">
              <a:latin typeface="KoddiUD 온고딕 Bold" pitchFamily="50" charset="-127"/>
              <a:ea typeface="KoddiUD 온고딕 Bold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ED8456-EAD5-F63D-2AC5-CE20175F6E8C}"/>
              </a:ext>
            </a:extLst>
          </p:cNvPr>
          <p:cNvSpPr txBox="1"/>
          <p:nvPr/>
        </p:nvSpPr>
        <p:spPr>
          <a:xfrm>
            <a:off x="3532292" y="489446"/>
            <a:ext cx="2079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/>
              <a:t>201</a:t>
            </a:r>
            <a:r>
              <a:rPr lang="ko-KR" altLang="en-US" sz="5400" b="1" dirty="0"/>
              <a:t>호</a:t>
            </a:r>
          </a:p>
        </p:txBody>
      </p:sp>
    </p:spTree>
    <p:extLst>
      <p:ext uri="{BB962C8B-B14F-4D97-AF65-F5344CB8AC3E}">
        <p14:creationId xmlns:p14="http://schemas.microsoft.com/office/powerpoint/2010/main" val="2127334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14614-F9D9-FCA2-0373-44C2C30D1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DC1BA79-88C3-EEBC-93B3-7561D220BD73}"/>
              </a:ext>
            </a:extLst>
          </p:cNvPr>
          <p:cNvSpPr/>
          <p:nvPr/>
        </p:nvSpPr>
        <p:spPr>
          <a:xfrm>
            <a:off x="467543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785B00-8F1E-8086-FDC6-30E784B5A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1544018"/>
            <a:ext cx="7772400" cy="4405262"/>
          </a:xfrm>
        </p:spPr>
        <p:txBody>
          <a:bodyPr>
            <a:noAutofit/>
          </a:bodyPr>
          <a:lstStyle/>
          <a:p>
            <a:r>
              <a:rPr lang="ko-KR" altLang="en-US" sz="10000" dirty="0" err="1">
                <a:latin typeface="KoddiUD 온고딕 Bold" pitchFamily="50" charset="-127"/>
                <a:ea typeface="KoddiUD 온고딕 Bold" pitchFamily="50" charset="-127"/>
              </a:rPr>
              <a:t>청청</a:t>
            </a:r>
            <a:br>
              <a:rPr lang="en-US" altLang="ko-KR" sz="10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ko-KR" altLang="en-US" sz="10000" dirty="0">
                <a:solidFill>
                  <a:schemeClr val="tx2"/>
                </a:solidFill>
                <a:latin typeface="KoddiUD 온고딕 Bold" pitchFamily="50" charset="-127"/>
                <a:ea typeface="KoddiUD 온고딕 Bold" pitchFamily="50" charset="-127"/>
              </a:rPr>
              <a:t>남자</a:t>
            </a:r>
            <a:r>
              <a:rPr lang="en-US" altLang="ko-KR" sz="10000" dirty="0">
                <a:solidFill>
                  <a:schemeClr val="tx2"/>
                </a:solidFill>
                <a:latin typeface="KoddiUD 온고딕 Bold" pitchFamily="50" charset="-127"/>
                <a:ea typeface="KoddiUD 온고딕 Bold" pitchFamily="50" charset="-127"/>
              </a:rPr>
              <a:t>1</a:t>
            </a:r>
            <a:endParaRPr lang="ko-KR" altLang="en-US" sz="10000" dirty="0">
              <a:solidFill>
                <a:schemeClr val="tx2"/>
              </a:solidFill>
              <a:latin typeface="KoddiUD 온고딕 Bold" pitchFamily="50" charset="-127"/>
              <a:ea typeface="KoddiUD 온고딕 Bold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DA71AE-CEAA-F99C-3C4C-FCCCBE40C8FA}"/>
              </a:ext>
            </a:extLst>
          </p:cNvPr>
          <p:cNvSpPr txBox="1"/>
          <p:nvPr/>
        </p:nvSpPr>
        <p:spPr>
          <a:xfrm>
            <a:off x="3532292" y="489446"/>
            <a:ext cx="2079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/>
              <a:t>303</a:t>
            </a:r>
            <a:r>
              <a:rPr lang="ko-KR" altLang="en-US" sz="5400" b="1" dirty="0"/>
              <a:t>호</a:t>
            </a:r>
          </a:p>
        </p:txBody>
      </p:sp>
    </p:spTree>
    <p:extLst>
      <p:ext uri="{BB962C8B-B14F-4D97-AF65-F5344CB8AC3E}">
        <p14:creationId xmlns:p14="http://schemas.microsoft.com/office/powerpoint/2010/main" val="752661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CE0A7-74C1-7B24-7661-FE1CE7E19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CB5CC1D-D702-8132-5A6A-E8E6711CBAFC}"/>
              </a:ext>
            </a:extLst>
          </p:cNvPr>
          <p:cNvSpPr/>
          <p:nvPr/>
        </p:nvSpPr>
        <p:spPr>
          <a:xfrm>
            <a:off x="467543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98DE584-3372-6008-D7A5-577B480A91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1544018"/>
            <a:ext cx="7772400" cy="4405262"/>
          </a:xfrm>
        </p:spPr>
        <p:txBody>
          <a:bodyPr>
            <a:noAutofit/>
          </a:bodyPr>
          <a:lstStyle/>
          <a:p>
            <a:r>
              <a:rPr lang="ko-KR" altLang="en-US" sz="10000" dirty="0" err="1">
                <a:latin typeface="KoddiUD 온고딕 Bold" pitchFamily="50" charset="-127"/>
                <a:ea typeface="KoddiUD 온고딕 Bold" pitchFamily="50" charset="-127"/>
              </a:rPr>
              <a:t>청청</a:t>
            </a:r>
            <a:br>
              <a:rPr lang="en-US" altLang="ko-KR" sz="10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ko-KR" altLang="en-US" sz="10000" dirty="0">
                <a:solidFill>
                  <a:schemeClr val="tx2"/>
                </a:solidFill>
                <a:latin typeface="KoddiUD 온고딕 Bold" pitchFamily="50" charset="-127"/>
                <a:ea typeface="KoddiUD 온고딕 Bold" pitchFamily="50" charset="-127"/>
              </a:rPr>
              <a:t>남자</a:t>
            </a:r>
            <a:r>
              <a:rPr lang="en-US" altLang="ko-KR" sz="10000" dirty="0">
                <a:solidFill>
                  <a:schemeClr val="tx2"/>
                </a:solidFill>
                <a:latin typeface="KoddiUD 온고딕 Bold" pitchFamily="50" charset="-127"/>
                <a:ea typeface="KoddiUD 온고딕 Bold" pitchFamily="50" charset="-127"/>
              </a:rPr>
              <a:t>2</a:t>
            </a:r>
            <a:endParaRPr lang="ko-KR" altLang="en-US" sz="10000" dirty="0">
              <a:solidFill>
                <a:schemeClr val="tx2"/>
              </a:solidFill>
              <a:latin typeface="KoddiUD 온고딕 Bold" pitchFamily="50" charset="-127"/>
              <a:ea typeface="KoddiUD 온고딕 Bold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8EFF13-AF68-390E-450B-7EB2BCFAB8F9}"/>
              </a:ext>
            </a:extLst>
          </p:cNvPr>
          <p:cNvSpPr txBox="1"/>
          <p:nvPr/>
        </p:nvSpPr>
        <p:spPr>
          <a:xfrm>
            <a:off x="3532292" y="489446"/>
            <a:ext cx="2079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/>
              <a:t>304</a:t>
            </a:r>
            <a:r>
              <a:rPr lang="ko-KR" altLang="en-US" sz="5400" b="1" dirty="0"/>
              <a:t>호</a:t>
            </a:r>
          </a:p>
        </p:txBody>
      </p:sp>
    </p:spTree>
    <p:extLst>
      <p:ext uri="{BB962C8B-B14F-4D97-AF65-F5344CB8AC3E}">
        <p14:creationId xmlns:p14="http://schemas.microsoft.com/office/powerpoint/2010/main" val="3999104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31B31-B237-D963-E03F-65EE1C4D7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A5B35F2-4F2B-6B92-43DF-34A1B719B23C}"/>
              </a:ext>
            </a:extLst>
          </p:cNvPr>
          <p:cNvSpPr/>
          <p:nvPr/>
        </p:nvSpPr>
        <p:spPr>
          <a:xfrm>
            <a:off x="467543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C345349-4727-3D80-0F7C-92FA343385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1544018"/>
            <a:ext cx="7772400" cy="4405262"/>
          </a:xfrm>
        </p:spPr>
        <p:txBody>
          <a:bodyPr>
            <a:noAutofit/>
          </a:bodyPr>
          <a:lstStyle/>
          <a:p>
            <a:r>
              <a:rPr lang="ko-KR" altLang="en-US" sz="10000" dirty="0" err="1">
                <a:latin typeface="KoddiUD 온고딕 Bold" pitchFamily="50" charset="-127"/>
                <a:ea typeface="KoddiUD 온고딕 Bold" pitchFamily="50" charset="-127"/>
              </a:rPr>
              <a:t>청청</a:t>
            </a:r>
            <a:br>
              <a:rPr lang="en-US" altLang="ko-KR" sz="10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ko-KR" altLang="en-US" sz="10000" dirty="0">
                <a:solidFill>
                  <a:srgbClr val="C00000"/>
                </a:solidFill>
                <a:latin typeface="KoddiUD 온고딕 Bold" pitchFamily="50" charset="-127"/>
                <a:ea typeface="KoddiUD 온고딕 Bold" pitchFamily="50" charset="-127"/>
              </a:rPr>
              <a:t>여자</a:t>
            </a:r>
            <a:r>
              <a:rPr lang="en-US" altLang="ko-KR" sz="10000" dirty="0">
                <a:solidFill>
                  <a:srgbClr val="C00000"/>
                </a:solidFill>
                <a:latin typeface="KoddiUD 온고딕 Bold" pitchFamily="50" charset="-127"/>
                <a:ea typeface="KoddiUD 온고딕 Bold" pitchFamily="50" charset="-127"/>
              </a:rPr>
              <a:t>1</a:t>
            </a:r>
            <a:endParaRPr lang="ko-KR" altLang="en-US" sz="10000" dirty="0">
              <a:solidFill>
                <a:srgbClr val="C00000"/>
              </a:solidFill>
              <a:latin typeface="KoddiUD 온고딕 Bold" pitchFamily="50" charset="-127"/>
              <a:ea typeface="KoddiUD 온고딕 Bold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D675CB-1E40-908B-93D7-7BBF7A0A1F35}"/>
              </a:ext>
            </a:extLst>
          </p:cNvPr>
          <p:cNvSpPr txBox="1"/>
          <p:nvPr/>
        </p:nvSpPr>
        <p:spPr>
          <a:xfrm>
            <a:off x="3532292" y="489446"/>
            <a:ext cx="2079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/>
              <a:t>305</a:t>
            </a:r>
            <a:r>
              <a:rPr lang="ko-KR" altLang="en-US" sz="5400" b="1" dirty="0"/>
              <a:t>호</a:t>
            </a:r>
          </a:p>
        </p:txBody>
      </p:sp>
    </p:spTree>
    <p:extLst>
      <p:ext uri="{BB962C8B-B14F-4D97-AF65-F5344CB8AC3E}">
        <p14:creationId xmlns:p14="http://schemas.microsoft.com/office/powerpoint/2010/main" val="1559238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A05E5-945C-F0DF-B1B6-7859D84E0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EE94D5D-DCB2-05A9-6709-23CCC8401146}"/>
              </a:ext>
            </a:extLst>
          </p:cNvPr>
          <p:cNvSpPr/>
          <p:nvPr/>
        </p:nvSpPr>
        <p:spPr>
          <a:xfrm>
            <a:off x="467543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127DE9-1E3E-5F7B-BDF2-E3AA75A4C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1544018"/>
            <a:ext cx="7772400" cy="4405262"/>
          </a:xfrm>
        </p:spPr>
        <p:txBody>
          <a:bodyPr>
            <a:noAutofit/>
          </a:bodyPr>
          <a:lstStyle/>
          <a:p>
            <a:r>
              <a:rPr lang="ko-KR" altLang="en-US" sz="10000" dirty="0" err="1">
                <a:latin typeface="KoddiUD 온고딕 Bold" pitchFamily="50" charset="-127"/>
                <a:ea typeface="KoddiUD 온고딕 Bold" pitchFamily="50" charset="-127"/>
              </a:rPr>
              <a:t>청청</a:t>
            </a:r>
            <a:br>
              <a:rPr lang="en-US" altLang="ko-KR" sz="10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ko-KR" altLang="en-US" sz="10000" dirty="0">
                <a:solidFill>
                  <a:srgbClr val="C00000"/>
                </a:solidFill>
                <a:latin typeface="KoddiUD 온고딕 Bold" pitchFamily="50" charset="-127"/>
                <a:ea typeface="KoddiUD 온고딕 Bold" pitchFamily="50" charset="-127"/>
              </a:rPr>
              <a:t>여자</a:t>
            </a:r>
            <a:r>
              <a:rPr lang="en-US" altLang="ko-KR" sz="10000" dirty="0">
                <a:solidFill>
                  <a:srgbClr val="C00000"/>
                </a:solidFill>
                <a:latin typeface="KoddiUD 온고딕 Bold" pitchFamily="50" charset="-127"/>
                <a:ea typeface="KoddiUD 온고딕 Bold" pitchFamily="50" charset="-127"/>
              </a:rPr>
              <a:t>2</a:t>
            </a:r>
            <a:endParaRPr lang="ko-KR" altLang="en-US" sz="10000" dirty="0">
              <a:solidFill>
                <a:srgbClr val="C00000"/>
              </a:solidFill>
              <a:latin typeface="KoddiUD 온고딕 Bold" pitchFamily="50" charset="-127"/>
              <a:ea typeface="KoddiUD 온고딕 Bold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211DCF-95EC-65BD-3F74-390B5D4E1ECB}"/>
              </a:ext>
            </a:extLst>
          </p:cNvPr>
          <p:cNvSpPr txBox="1"/>
          <p:nvPr/>
        </p:nvSpPr>
        <p:spPr>
          <a:xfrm>
            <a:off x="3532292" y="489446"/>
            <a:ext cx="2079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/>
              <a:t>306</a:t>
            </a:r>
            <a:r>
              <a:rPr lang="ko-KR" altLang="en-US" sz="5400" b="1" dirty="0"/>
              <a:t>호</a:t>
            </a:r>
          </a:p>
        </p:txBody>
      </p:sp>
    </p:spTree>
    <p:extLst>
      <p:ext uri="{BB962C8B-B14F-4D97-AF65-F5344CB8AC3E}">
        <p14:creationId xmlns:p14="http://schemas.microsoft.com/office/powerpoint/2010/main" val="2502026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664E0-6056-3407-D693-59EB3D517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C84DBC1-7C51-1E14-F611-A4E75D87ADDD}"/>
              </a:ext>
            </a:extLst>
          </p:cNvPr>
          <p:cNvSpPr/>
          <p:nvPr/>
        </p:nvSpPr>
        <p:spPr>
          <a:xfrm>
            <a:off x="467543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EC147EB-FFC5-1A28-5DAE-DC22924FB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1412776"/>
            <a:ext cx="7772400" cy="4405262"/>
          </a:xfrm>
        </p:spPr>
        <p:txBody>
          <a:bodyPr>
            <a:noAutofit/>
          </a:bodyPr>
          <a:lstStyle/>
          <a:p>
            <a:r>
              <a:rPr lang="ko-KR" altLang="en-US" sz="10000" dirty="0" err="1">
                <a:solidFill>
                  <a:schemeClr val="tx2"/>
                </a:solidFill>
                <a:latin typeface="KoddiUD 온고딕 Bold" pitchFamily="50" charset="-127"/>
                <a:ea typeface="KoddiUD 온고딕 Bold" pitchFamily="50" charset="-127"/>
              </a:rPr>
              <a:t>유치부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유찬양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(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세연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)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임효정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(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시윤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)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전혜수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(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태연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)</a:t>
            </a:r>
            <a:endParaRPr lang="ko-KR" altLang="en-US" sz="8000" dirty="0">
              <a:latin typeface="KoddiUD 온고딕 Bold" pitchFamily="50" charset="-127"/>
              <a:ea typeface="KoddiUD 온고딕 Bold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A63AB9-CFA6-D683-8A33-609EE81F0EC5}"/>
              </a:ext>
            </a:extLst>
          </p:cNvPr>
          <p:cNvSpPr txBox="1"/>
          <p:nvPr/>
        </p:nvSpPr>
        <p:spPr>
          <a:xfrm>
            <a:off x="3532292" y="404664"/>
            <a:ext cx="2079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/>
              <a:t>307</a:t>
            </a:r>
            <a:r>
              <a:rPr lang="ko-KR" altLang="en-US" sz="5400" b="1" dirty="0"/>
              <a:t>호</a:t>
            </a:r>
          </a:p>
        </p:txBody>
      </p:sp>
    </p:spTree>
    <p:extLst>
      <p:ext uri="{BB962C8B-B14F-4D97-AF65-F5344CB8AC3E}">
        <p14:creationId xmlns:p14="http://schemas.microsoft.com/office/powerpoint/2010/main" val="14871954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89E36-B98B-A53C-18E0-7D0BFDEB9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0AC08FA-13A5-9910-2C1A-74CFF2AEF9C2}"/>
              </a:ext>
            </a:extLst>
          </p:cNvPr>
          <p:cNvSpPr/>
          <p:nvPr/>
        </p:nvSpPr>
        <p:spPr>
          <a:xfrm>
            <a:off x="467543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AA0300D-D0A7-A86B-BC13-5503F284F7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1544018"/>
            <a:ext cx="7772400" cy="4405262"/>
          </a:xfrm>
        </p:spPr>
        <p:txBody>
          <a:bodyPr>
            <a:noAutofit/>
          </a:bodyPr>
          <a:lstStyle/>
          <a:p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박성희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(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하라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)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김숙희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(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시아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)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박안연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(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예서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, 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예지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)</a:t>
            </a:r>
            <a:endParaRPr lang="ko-KR" altLang="en-US" sz="8000" dirty="0">
              <a:latin typeface="KoddiUD 온고딕 Bold" pitchFamily="50" charset="-127"/>
              <a:ea typeface="KoddiUD 온고딕 Bold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BD8A55-6270-B356-4384-E8FD4C5F88AA}"/>
              </a:ext>
            </a:extLst>
          </p:cNvPr>
          <p:cNvSpPr txBox="1"/>
          <p:nvPr/>
        </p:nvSpPr>
        <p:spPr>
          <a:xfrm>
            <a:off x="3532292" y="489446"/>
            <a:ext cx="2079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/>
              <a:t>308</a:t>
            </a:r>
            <a:r>
              <a:rPr lang="ko-KR" altLang="en-US" sz="5400" b="1" dirty="0"/>
              <a:t>호</a:t>
            </a:r>
          </a:p>
        </p:txBody>
      </p:sp>
    </p:spTree>
    <p:extLst>
      <p:ext uri="{BB962C8B-B14F-4D97-AF65-F5344CB8AC3E}">
        <p14:creationId xmlns:p14="http://schemas.microsoft.com/office/powerpoint/2010/main" val="4000330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DE90C-892B-5906-CB81-A500B2B1D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CD50CC4-F096-0D5B-B3C0-9769CD8A9B69}"/>
              </a:ext>
            </a:extLst>
          </p:cNvPr>
          <p:cNvSpPr/>
          <p:nvPr/>
        </p:nvSpPr>
        <p:spPr>
          <a:xfrm>
            <a:off x="467543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B29FE7-2212-48F0-1C4C-1B154068DE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1544018"/>
            <a:ext cx="7772400" cy="4405262"/>
          </a:xfrm>
        </p:spPr>
        <p:txBody>
          <a:bodyPr>
            <a:noAutofit/>
          </a:bodyPr>
          <a:lstStyle/>
          <a:p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백서영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(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영진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, 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서진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)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이창선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(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윤성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, 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윤설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)</a:t>
            </a:r>
            <a:endParaRPr lang="ko-KR" altLang="en-US" sz="8000" dirty="0">
              <a:latin typeface="KoddiUD 온고딕 Bold" pitchFamily="50" charset="-127"/>
              <a:ea typeface="KoddiUD 온고딕 Bold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89FE99-189F-CE12-1F9F-B42B2FFA9BBA}"/>
              </a:ext>
            </a:extLst>
          </p:cNvPr>
          <p:cNvSpPr txBox="1"/>
          <p:nvPr/>
        </p:nvSpPr>
        <p:spPr>
          <a:xfrm>
            <a:off x="3532292" y="489446"/>
            <a:ext cx="2079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/>
              <a:t>309</a:t>
            </a:r>
            <a:r>
              <a:rPr lang="ko-KR" altLang="en-US" sz="5400" b="1" dirty="0"/>
              <a:t>호</a:t>
            </a:r>
          </a:p>
        </p:txBody>
      </p:sp>
    </p:spTree>
    <p:extLst>
      <p:ext uri="{BB962C8B-B14F-4D97-AF65-F5344CB8AC3E}">
        <p14:creationId xmlns:p14="http://schemas.microsoft.com/office/powerpoint/2010/main" val="1310956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DB086-B231-A491-9626-EDEA5ED04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C6EAF55-10B0-5CE3-0699-7084AEF4DEBB}"/>
              </a:ext>
            </a:extLst>
          </p:cNvPr>
          <p:cNvSpPr/>
          <p:nvPr/>
        </p:nvSpPr>
        <p:spPr>
          <a:xfrm>
            <a:off x="467543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8E2FD55-73F9-1919-AA94-F0CC95DBB6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1544018"/>
            <a:ext cx="7772400" cy="4405262"/>
          </a:xfrm>
        </p:spPr>
        <p:txBody>
          <a:bodyPr>
            <a:noAutofit/>
          </a:bodyPr>
          <a:lstStyle/>
          <a:p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김선미 이예라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최지현 최주영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(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소윤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, 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태윤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)</a:t>
            </a:r>
            <a:endParaRPr lang="ko-KR" altLang="en-US" sz="8000" dirty="0">
              <a:latin typeface="KoddiUD 온고딕 Bold" pitchFamily="50" charset="-127"/>
              <a:ea typeface="KoddiUD 온고딕 Bold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6E5F2D-8353-359B-7CDC-1165AB20A907}"/>
              </a:ext>
            </a:extLst>
          </p:cNvPr>
          <p:cNvSpPr txBox="1"/>
          <p:nvPr/>
        </p:nvSpPr>
        <p:spPr>
          <a:xfrm>
            <a:off x="3532292" y="489446"/>
            <a:ext cx="2079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/>
              <a:t>310</a:t>
            </a:r>
            <a:r>
              <a:rPr lang="ko-KR" altLang="en-US" sz="5400" b="1" dirty="0"/>
              <a:t>호</a:t>
            </a:r>
          </a:p>
        </p:txBody>
      </p:sp>
    </p:spTree>
    <p:extLst>
      <p:ext uri="{BB962C8B-B14F-4D97-AF65-F5344CB8AC3E}">
        <p14:creationId xmlns:p14="http://schemas.microsoft.com/office/powerpoint/2010/main" val="32386103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16EFE-D991-6EA3-6B10-28FC76807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CE1B9B7-2549-1A63-B289-3CAC63F75A43}"/>
              </a:ext>
            </a:extLst>
          </p:cNvPr>
          <p:cNvSpPr/>
          <p:nvPr/>
        </p:nvSpPr>
        <p:spPr>
          <a:xfrm>
            <a:off x="467543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B066275-C3CC-A280-F94B-3DC152641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1544018"/>
            <a:ext cx="7772400" cy="4405262"/>
          </a:xfrm>
        </p:spPr>
        <p:txBody>
          <a:bodyPr>
            <a:noAutofit/>
          </a:bodyPr>
          <a:lstStyle/>
          <a:p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박수지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(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찬희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)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이미화 김지영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김선향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 문현주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A85E3C-D344-25AE-1FAA-032C00626852}"/>
              </a:ext>
            </a:extLst>
          </p:cNvPr>
          <p:cNvSpPr txBox="1"/>
          <p:nvPr/>
        </p:nvSpPr>
        <p:spPr>
          <a:xfrm>
            <a:off x="3532292" y="489446"/>
            <a:ext cx="2079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/>
              <a:t>311</a:t>
            </a:r>
            <a:r>
              <a:rPr lang="ko-KR" altLang="en-US" sz="5400" b="1" dirty="0"/>
              <a:t>호</a:t>
            </a:r>
          </a:p>
        </p:txBody>
      </p:sp>
    </p:spTree>
    <p:extLst>
      <p:ext uri="{BB962C8B-B14F-4D97-AF65-F5344CB8AC3E}">
        <p14:creationId xmlns:p14="http://schemas.microsoft.com/office/powerpoint/2010/main" val="808762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A4FB3-6B12-0D27-755B-04DF304C9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7FF56C0-5B15-34A8-81A7-2415A78BADCF}"/>
              </a:ext>
            </a:extLst>
          </p:cNvPr>
          <p:cNvSpPr/>
          <p:nvPr/>
        </p:nvSpPr>
        <p:spPr>
          <a:xfrm>
            <a:off x="467543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61913C9-51A6-19B2-E07F-22659DF96F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1544018"/>
            <a:ext cx="7772400" cy="4405262"/>
          </a:xfrm>
        </p:spPr>
        <p:txBody>
          <a:bodyPr>
            <a:noAutofit/>
          </a:bodyPr>
          <a:lstStyle/>
          <a:p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김기창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(</a:t>
            </a:r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세하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)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한재호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(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예준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)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한지훈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E8B485-BC26-F72F-CF6F-C0451AABF9A5}"/>
              </a:ext>
            </a:extLst>
          </p:cNvPr>
          <p:cNvSpPr txBox="1"/>
          <p:nvPr/>
        </p:nvSpPr>
        <p:spPr>
          <a:xfrm>
            <a:off x="3532292" y="489446"/>
            <a:ext cx="2079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/>
              <a:t>312</a:t>
            </a:r>
            <a:r>
              <a:rPr lang="ko-KR" altLang="en-US" sz="5400" b="1" dirty="0"/>
              <a:t>호</a:t>
            </a:r>
          </a:p>
        </p:txBody>
      </p:sp>
    </p:spTree>
    <p:extLst>
      <p:ext uri="{BB962C8B-B14F-4D97-AF65-F5344CB8AC3E}">
        <p14:creationId xmlns:p14="http://schemas.microsoft.com/office/powerpoint/2010/main" val="29068464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828EB-C3D6-4D9A-D0E5-3107B1602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3F7474D-4B86-7372-1259-C3789C3BEBC1}"/>
              </a:ext>
            </a:extLst>
          </p:cNvPr>
          <p:cNvSpPr/>
          <p:nvPr/>
        </p:nvSpPr>
        <p:spPr>
          <a:xfrm>
            <a:off x="467543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23FD66-B910-FB6E-FC81-7A45662AD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1544018"/>
            <a:ext cx="7772400" cy="4405262"/>
          </a:xfrm>
        </p:spPr>
        <p:txBody>
          <a:bodyPr>
            <a:noAutofit/>
          </a:bodyPr>
          <a:lstStyle/>
          <a:p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송민섭 이상수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김영수 김진수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6008F5-0C7A-7BC4-13BC-3AC10C399803}"/>
              </a:ext>
            </a:extLst>
          </p:cNvPr>
          <p:cNvSpPr txBox="1"/>
          <p:nvPr/>
        </p:nvSpPr>
        <p:spPr>
          <a:xfrm>
            <a:off x="3532292" y="489446"/>
            <a:ext cx="2079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/>
              <a:t>313</a:t>
            </a:r>
            <a:r>
              <a:rPr lang="ko-KR" altLang="en-US" sz="5400" b="1" dirty="0"/>
              <a:t>호</a:t>
            </a:r>
          </a:p>
        </p:txBody>
      </p:sp>
    </p:spTree>
    <p:extLst>
      <p:ext uri="{BB962C8B-B14F-4D97-AF65-F5344CB8AC3E}">
        <p14:creationId xmlns:p14="http://schemas.microsoft.com/office/powerpoint/2010/main" val="20613448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F15E9-714E-91AD-2618-58C710CC4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83EBC0A-D062-D003-AE2A-4B07F2CFB60A}"/>
              </a:ext>
            </a:extLst>
          </p:cNvPr>
          <p:cNvSpPr/>
          <p:nvPr/>
        </p:nvSpPr>
        <p:spPr>
          <a:xfrm>
            <a:off x="467543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2020F80-016F-AE5D-3673-80FDCBEFF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1544018"/>
            <a:ext cx="7772400" cy="4405262"/>
          </a:xfrm>
        </p:spPr>
        <p:txBody>
          <a:bodyPr>
            <a:noAutofit/>
          </a:bodyPr>
          <a:lstStyle/>
          <a:p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전충희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 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천명선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정군옥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 </a:t>
            </a:r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박종연</a:t>
            </a:r>
            <a:endParaRPr lang="ko-KR" altLang="en-US" sz="8000" dirty="0">
              <a:latin typeface="KoddiUD 온고딕 Bold" pitchFamily="50" charset="-127"/>
              <a:ea typeface="KoddiUD 온고딕 Bold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36CD94-F27D-17C8-7283-6FB4DA85A82A}"/>
              </a:ext>
            </a:extLst>
          </p:cNvPr>
          <p:cNvSpPr txBox="1"/>
          <p:nvPr/>
        </p:nvSpPr>
        <p:spPr>
          <a:xfrm>
            <a:off x="3532292" y="489446"/>
            <a:ext cx="2079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/>
              <a:t>314</a:t>
            </a:r>
            <a:r>
              <a:rPr lang="ko-KR" altLang="en-US" sz="5400" b="1" dirty="0"/>
              <a:t>호</a:t>
            </a:r>
          </a:p>
        </p:txBody>
      </p:sp>
    </p:spTree>
    <p:extLst>
      <p:ext uri="{BB962C8B-B14F-4D97-AF65-F5344CB8AC3E}">
        <p14:creationId xmlns:p14="http://schemas.microsoft.com/office/powerpoint/2010/main" val="18735676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2AEA6-749A-58C6-FF93-B99539BFE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18A86EF-7C58-F5C7-4146-DB6A3B0A9FFF}"/>
              </a:ext>
            </a:extLst>
          </p:cNvPr>
          <p:cNvSpPr/>
          <p:nvPr/>
        </p:nvSpPr>
        <p:spPr>
          <a:xfrm>
            <a:off x="467543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CFD6F8B-CA8D-0AB9-F451-E3E417820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1544018"/>
            <a:ext cx="7772400" cy="4405262"/>
          </a:xfrm>
        </p:spPr>
        <p:txBody>
          <a:bodyPr>
            <a:noAutofit/>
          </a:bodyPr>
          <a:lstStyle/>
          <a:p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유한호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 김진태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유병진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 </a:t>
            </a:r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박우근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김재식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7DA51F-5CCB-BAF7-7113-5264B987F781}"/>
              </a:ext>
            </a:extLst>
          </p:cNvPr>
          <p:cNvSpPr txBox="1"/>
          <p:nvPr/>
        </p:nvSpPr>
        <p:spPr>
          <a:xfrm>
            <a:off x="3532292" y="489446"/>
            <a:ext cx="2079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/>
              <a:t>315</a:t>
            </a:r>
            <a:r>
              <a:rPr lang="ko-KR" altLang="en-US" sz="5400" b="1" dirty="0"/>
              <a:t>호</a:t>
            </a:r>
          </a:p>
        </p:txBody>
      </p:sp>
    </p:spTree>
    <p:extLst>
      <p:ext uri="{BB962C8B-B14F-4D97-AF65-F5344CB8AC3E}">
        <p14:creationId xmlns:p14="http://schemas.microsoft.com/office/powerpoint/2010/main" val="3343085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EA31C-6191-308F-730F-040D3FCCF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BC45719-8DE0-859E-D545-C31E04F47214}"/>
              </a:ext>
            </a:extLst>
          </p:cNvPr>
          <p:cNvSpPr/>
          <p:nvPr/>
        </p:nvSpPr>
        <p:spPr>
          <a:xfrm>
            <a:off x="467543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74DC274-74DE-C155-6CA9-8271A6D4E1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1544018"/>
            <a:ext cx="7772400" cy="4405262"/>
          </a:xfrm>
        </p:spPr>
        <p:txBody>
          <a:bodyPr>
            <a:noAutofit/>
          </a:bodyPr>
          <a:lstStyle/>
          <a:p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홍택수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(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주원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)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안치현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(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하준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)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장진호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4C9B97-62EF-D657-5FE3-4D8F86E4FD96}"/>
              </a:ext>
            </a:extLst>
          </p:cNvPr>
          <p:cNvSpPr txBox="1"/>
          <p:nvPr/>
        </p:nvSpPr>
        <p:spPr>
          <a:xfrm>
            <a:off x="3532292" y="489446"/>
            <a:ext cx="2079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/>
              <a:t>316</a:t>
            </a:r>
            <a:r>
              <a:rPr lang="ko-KR" altLang="en-US" sz="5400" b="1" dirty="0"/>
              <a:t>호</a:t>
            </a:r>
          </a:p>
        </p:txBody>
      </p:sp>
    </p:spTree>
    <p:extLst>
      <p:ext uri="{BB962C8B-B14F-4D97-AF65-F5344CB8AC3E}">
        <p14:creationId xmlns:p14="http://schemas.microsoft.com/office/powerpoint/2010/main" val="37373584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12906-8CB2-180B-41C9-C8989450D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9DF67A0-E5FE-C089-0672-3143C4DEA1B0}"/>
              </a:ext>
            </a:extLst>
          </p:cNvPr>
          <p:cNvSpPr/>
          <p:nvPr/>
        </p:nvSpPr>
        <p:spPr>
          <a:xfrm>
            <a:off x="467543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B59DBCB-793F-6191-ABFC-3D811FFE9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1544018"/>
            <a:ext cx="7772400" cy="4405262"/>
          </a:xfrm>
        </p:spPr>
        <p:txBody>
          <a:bodyPr>
            <a:noAutofit/>
          </a:bodyPr>
          <a:lstStyle/>
          <a:p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신현철 최원희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FB52F6-5307-60F8-B3A2-D9A102E1DC8F}"/>
              </a:ext>
            </a:extLst>
          </p:cNvPr>
          <p:cNvSpPr txBox="1"/>
          <p:nvPr/>
        </p:nvSpPr>
        <p:spPr>
          <a:xfrm>
            <a:off x="3532292" y="489446"/>
            <a:ext cx="2079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/>
              <a:t>317</a:t>
            </a:r>
            <a:r>
              <a:rPr lang="ko-KR" altLang="en-US" sz="5400" b="1" dirty="0"/>
              <a:t>호</a:t>
            </a:r>
          </a:p>
        </p:txBody>
      </p:sp>
    </p:spTree>
    <p:extLst>
      <p:ext uri="{BB962C8B-B14F-4D97-AF65-F5344CB8AC3E}">
        <p14:creationId xmlns:p14="http://schemas.microsoft.com/office/powerpoint/2010/main" val="31161336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C1524-5002-D067-EBB7-2798F25BA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2F41E9F-0A63-DBCE-63E9-11D0BFC7F0B9}"/>
              </a:ext>
            </a:extLst>
          </p:cNvPr>
          <p:cNvSpPr/>
          <p:nvPr/>
        </p:nvSpPr>
        <p:spPr>
          <a:xfrm>
            <a:off x="467543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D5E4491-5C00-D6A3-21B1-9084D428B3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1544018"/>
            <a:ext cx="7772400" cy="4405262"/>
          </a:xfrm>
        </p:spPr>
        <p:txBody>
          <a:bodyPr>
            <a:noAutofit/>
          </a:bodyPr>
          <a:lstStyle/>
          <a:p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문은주 김윤희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박상미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 </a:t>
            </a:r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임에스더</a:t>
            </a:r>
            <a:b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</a:br>
            <a:r>
              <a:rPr lang="ko-KR" altLang="en-US" sz="8000" dirty="0" err="1">
                <a:latin typeface="KoddiUD 온고딕 Bold" pitchFamily="50" charset="-127"/>
                <a:ea typeface="KoddiUD 온고딕 Bold" pitchFamily="50" charset="-127"/>
              </a:rPr>
              <a:t>배나영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(</a:t>
            </a:r>
            <a:r>
              <a:rPr lang="ko-KR" altLang="en-US" sz="8000" dirty="0">
                <a:latin typeface="KoddiUD 온고딕 Bold" pitchFamily="50" charset="-127"/>
                <a:ea typeface="KoddiUD 온고딕 Bold" pitchFamily="50" charset="-127"/>
              </a:rPr>
              <a:t>은우</a:t>
            </a:r>
            <a:r>
              <a:rPr lang="en-US" altLang="ko-KR" sz="8000" dirty="0">
                <a:latin typeface="KoddiUD 온고딕 Bold" pitchFamily="50" charset="-127"/>
                <a:ea typeface="KoddiUD 온고딕 Bold" pitchFamily="50" charset="-127"/>
              </a:rPr>
              <a:t>)</a:t>
            </a:r>
            <a:endParaRPr lang="ko-KR" altLang="en-US" sz="8000" dirty="0">
              <a:latin typeface="KoddiUD 온고딕 Bold" pitchFamily="50" charset="-127"/>
              <a:ea typeface="KoddiUD 온고딕 Bold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7E2561-FC74-F08F-AD03-8BFBCB46A232}"/>
              </a:ext>
            </a:extLst>
          </p:cNvPr>
          <p:cNvSpPr txBox="1"/>
          <p:nvPr/>
        </p:nvSpPr>
        <p:spPr>
          <a:xfrm>
            <a:off x="3532292" y="489446"/>
            <a:ext cx="2079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/>
              <a:t>320</a:t>
            </a:r>
            <a:r>
              <a:rPr lang="ko-KR" altLang="en-US" sz="5400" b="1" dirty="0"/>
              <a:t>호</a:t>
            </a:r>
          </a:p>
        </p:txBody>
      </p:sp>
    </p:spTree>
    <p:extLst>
      <p:ext uri="{BB962C8B-B14F-4D97-AF65-F5344CB8AC3E}">
        <p14:creationId xmlns:p14="http://schemas.microsoft.com/office/powerpoint/2010/main" val="26554613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67544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492896"/>
            <a:ext cx="7772400" cy="1470025"/>
          </a:xfrm>
        </p:spPr>
        <p:txBody>
          <a:bodyPr>
            <a:noAutofit/>
          </a:bodyPr>
          <a:lstStyle/>
          <a:p>
            <a:r>
              <a:rPr lang="ko-KR" altLang="en-US" sz="13800" dirty="0">
                <a:latin typeface="KoddiUD 온고딕 Bold" pitchFamily="50" charset="-127"/>
                <a:ea typeface="KoddiUD 온고딕 Bold" pitchFamily="50" charset="-127"/>
              </a:rPr>
              <a:t>초등부</a:t>
            </a:r>
          </a:p>
        </p:txBody>
      </p:sp>
    </p:spTree>
    <p:extLst>
      <p:ext uri="{BB962C8B-B14F-4D97-AF65-F5344CB8AC3E}">
        <p14:creationId xmlns:p14="http://schemas.microsoft.com/office/powerpoint/2010/main" val="7194528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B17B4-F83F-7DBC-CE5D-2269CD45D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27DD8E6-765E-CD55-E51C-82D3CD1E5FAB}"/>
              </a:ext>
            </a:extLst>
          </p:cNvPr>
          <p:cNvSpPr/>
          <p:nvPr/>
        </p:nvSpPr>
        <p:spPr>
          <a:xfrm>
            <a:off x="467544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0B7EB4E-EFD1-2E2E-F9B9-C052FF7E7D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92896"/>
            <a:ext cx="7772400" cy="1470025"/>
          </a:xfrm>
        </p:spPr>
        <p:txBody>
          <a:bodyPr>
            <a:noAutofit/>
          </a:bodyPr>
          <a:lstStyle/>
          <a:p>
            <a:r>
              <a:rPr lang="ko-KR" altLang="en-US" sz="13800" dirty="0">
                <a:latin typeface="KoddiUD 온고딕 Bold" pitchFamily="50" charset="-127"/>
                <a:ea typeface="KoddiUD 온고딕 Bold" pitchFamily="50" charset="-127"/>
              </a:rPr>
              <a:t>초등부</a:t>
            </a:r>
          </a:p>
        </p:txBody>
      </p:sp>
    </p:spTree>
    <p:extLst>
      <p:ext uri="{BB962C8B-B14F-4D97-AF65-F5344CB8AC3E}">
        <p14:creationId xmlns:p14="http://schemas.microsoft.com/office/powerpoint/2010/main" val="30125321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03DAB-8B23-FF24-1792-E1E450D96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6C914B1-A4AF-F5DB-E0BB-406E8B49C43C}"/>
              </a:ext>
            </a:extLst>
          </p:cNvPr>
          <p:cNvSpPr/>
          <p:nvPr/>
        </p:nvSpPr>
        <p:spPr>
          <a:xfrm>
            <a:off x="467544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9A90049-5862-F891-7F76-23BF5D03EC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621979"/>
            <a:ext cx="7772400" cy="1470025"/>
          </a:xfrm>
        </p:spPr>
        <p:txBody>
          <a:bodyPr>
            <a:noAutofit/>
          </a:bodyPr>
          <a:lstStyle/>
          <a:p>
            <a:r>
              <a:rPr lang="ko-KR" altLang="en-US" sz="11000" dirty="0">
                <a:latin typeface="KoddiUD 온고딕 Bold" pitchFamily="50" charset="-127"/>
                <a:ea typeface="KoddiUD 온고딕 Bold" pitchFamily="50" charset="-127"/>
              </a:rPr>
              <a:t>청년</a:t>
            </a:r>
            <a:r>
              <a:rPr lang="en-US" altLang="ko-KR" sz="11000" dirty="0">
                <a:latin typeface="KoddiUD 온고딕 Bold" pitchFamily="50" charset="-127"/>
                <a:ea typeface="KoddiUD 온고딕 Bold" pitchFamily="50" charset="-127"/>
              </a:rPr>
              <a:t>/</a:t>
            </a:r>
            <a:r>
              <a:rPr lang="ko-KR" altLang="en-US" sz="11000" dirty="0">
                <a:latin typeface="KoddiUD 온고딕 Bold" pitchFamily="50" charset="-127"/>
                <a:ea typeface="KoddiUD 온고딕 Bold" pitchFamily="50" charset="-127"/>
              </a:rPr>
              <a:t>청소년</a:t>
            </a:r>
          </a:p>
        </p:txBody>
      </p:sp>
    </p:spTree>
    <p:extLst>
      <p:ext uri="{BB962C8B-B14F-4D97-AF65-F5344CB8AC3E}">
        <p14:creationId xmlns:p14="http://schemas.microsoft.com/office/powerpoint/2010/main" val="32166687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28E63-221B-FCF2-4764-B298DC190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0019390-05E4-3B78-CCB6-5023B414E518}"/>
              </a:ext>
            </a:extLst>
          </p:cNvPr>
          <p:cNvSpPr/>
          <p:nvPr/>
        </p:nvSpPr>
        <p:spPr>
          <a:xfrm>
            <a:off x="467544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D269620-4CC1-51C2-F0BB-168881671B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621979"/>
            <a:ext cx="7772400" cy="1470025"/>
          </a:xfrm>
        </p:spPr>
        <p:txBody>
          <a:bodyPr>
            <a:noAutofit/>
          </a:bodyPr>
          <a:lstStyle/>
          <a:p>
            <a:r>
              <a:rPr lang="ko-KR" altLang="en-US" sz="11000" dirty="0">
                <a:latin typeface="KoddiUD 온고딕 Bold" pitchFamily="50" charset="-127"/>
                <a:ea typeface="KoddiUD 온고딕 Bold" pitchFamily="50" charset="-127"/>
              </a:rPr>
              <a:t>청년</a:t>
            </a:r>
            <a:r>
              <a:rPr lang="en-US" altLang="ko-KR" sz="11000" dirty="0">
                <a:latin typeface="KoddiUD 온고딕 Bold" pitchFamily="50" charset="-127"/>
                <a:ea typeface="KoddiUD 온고딕 Bold" pitchFamily="50" charset="-127"/>
              </a:rPr>
              <a:t>/</a:t>
            </a:r>
            <a:r>
              <a:rPr lang="ko-KR" altLang="en-US" sz="11000" dirty="0">
                <a:latin typeface="KoddiUD 온고딕 Bold" pitchFamily="50" charset="-127"/>
                <a:ea typeface="KoddiUD 온고딕 Bold" pitchFamily="50" charset="-127"/>
              </a:rPr>
              <a:t>청소년</a:t>
            </a:r>
          </a:p>
        </p:txBody>
      </p:sp>
    </p:spTree>
    <p:extLst>
      <p:ext uri="{BB962C8B-B14F-4D97-AF65-F5344CB8AC3E}">
        <p14:creationId xmlns:p14="http://schemas.microsoft.com/office/powerpoint/2010/main" val="9104266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2232D-513D-0E94-833F-C4D498CC0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77AB0BE-6932-B5B3-CD04-D9A84FBA34F9}"/>
              </a:ext>
            </a:extLst>
          </p:cNvPr>
          <p:cNvSpPr/>
          <p:nvPr/>
        </p:nvSpPr>
        <p:spPr>
          <a:xfrm>
            <a:off x="467544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B9B0754-49EF-1042-FDAB-490260F9AF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924944"/>
            <a:ext cx="7772400" cy="1470025"/>
          </a:xfrm>
        </p:spPr>
        <p:txBody>
          <a:bodyPr>
            <a:noAutofit/>
          </a:bodyPr>
          <a:lstStyle/>
          <a:p>
            <a:r>
              <a:rPr lang="ko-KR" altLang="en-US" sz="13800" dirty="0">
                <a:latin typeface="KoddiUD 온고딕 Bold" pitchFamily="50" charset="-127"/>
                <a:ea typeface="KoddiUD 온고딕 Bold" pitchFamily="50" charset="-127"/>
              </a:rPr>
              <a:t>집회장소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6C38D9-B742-8EFD-DD20-513A5663DC81}"/>
              </a:ext>
            </a:extLst>
          </p:cNvPr>
          <p:cNvSpPr txBox="1"/>
          <p:nvPr/>
        </p:nvSpPr>
        <p:spPr>
          <a:xfrm>
            <a:off x="3787170" y="908720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b="1" dirty="0"/>
              <a:t>강당</a:t>
            </a:r>
          </a:p>
        </p:txBody>
      </p:sp>
    </p:spTree>
    <p:extLst>
      <p:ext uri="{BB962C8B-B14F-4D97-AF65-F5344CB8AC3E}">
        <p14:creationId xmlns:p14="http://schemas.microsoft.com/office/powerpoint/2010/main" val="22092986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6F7CC-9955-1250-CBD2-7544119D1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7AA4B4C-3F4D-D82E-A78A-846722774089}"/>
              </a:ext>
            </a:extLst>
          </p:cNvPr>
          <p:cNvSpPr/>
          <p:nvPr/>
        </p:nvSpPr>
        <p:spPr>
          <a:xfrm>
            <a:off x="467544" y="476672"/>
            <a:ext cx="8208912" cy="5760640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375A5D4-56D3-809A-C1FD-DA731E2703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924944"/>
            <a:ext cx="7772400" cy="1470025"/>
          </a:xfrm>
        </p:spPr>
        <p:txBody>
          <a:bodyPr>
            <a:noAutofit/>
          </a:bodyPr>
          <a:lstStyle/>
          <a:p>
            <a:r>
              <a:rPr lang="ko-KR" altLang="en-US" sz="13800" dirty="0">
                <a:latin typeface="KoddiUD 온고딕 Bold" pitchFamily="50" charset="-127"/>
                <a:ea typeface="KoddiUD 온고딕 Bold" pitchFamily="50" charset="-127"/>
              </a:rPr>
              <a:t>집회장소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892913-D789-1F99-25AD-D2F06AEF659E}"/>
              </a:ext>
            </a:extLst>
          </p:cNvPr>
          <p:cNvSpPr txBox="1"/>
          <p:nvPr/>
        </p:nvSpPr>
        <p:spPr>
          <a:xfrm>
            <a:off x="3787170" y="908720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b="1" dirty="0"/>
              <a:t>강당</a:t>
            </a:r>
          </a:p>
        </p:txBody>
      </p:sp>
    </p:spTree>
    <p:extLst>
      <p:ext uri="{BB962C8B-B14F-4D97-AF65-F5344CB8AC3E}">
        <p14:creationId xmlns:p14="http://schemas.microsoft.com/office/powerpoint/2010/main" val="142546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65669A-04BA-5C59-1CDC-F86B1B7B6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240357-08DD-9EF3-418C-31EFDA338A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255119"/>
            <a:ext cx="7772400" cy="1470025"/>
          </a:xfrm>
        </p:spPr>
        <p:txBody>
          <a:bodyPr>
            <a:noAutofit/>
          </a:bodyPr>
          <a:lstStyle/>
          <a:p>
            <a:r>
              <a:rPr lang="en-US" altLang="ko-KR" sz="13800" dirty="0">
                <a:latin typeface="KoddiUD 온고딕 Bold" pitchFamily="50" charset="-127"/>
                <a:ea typeface="KoddiUD 온고딕 Bold" pitchFamily="50" charset="-127"/>
              </a:rPr>
              <a:t>1</a:t>
            </a:r>
            <a:r>
              <a:rPr lang="ko-KR" altLang="en-US" sz="13800" dirty="0">
                <a:latin typeface="KoddiUD 온고딕 Bold" pitchFamily="50" charset="-127"/>
                <a:ea typeface="KoddiUD 온고딕 Bold" pitchFamily="50" charset="-127"/>
              </a:rPr>
              <a:t>등</a:t>
            </a:r>
          </a:p>
        </p:txBody>
      </p:sp>
    </p:spTree>
    <p:extLst>
      <p:ext uri="{BB962C8B-B14F-4D97-AF65-F5344CB8AC3E}">
        <p14:creationId xmlns:p14="http://schemas.microsoft.com/office/powerpoint/2010/main" val="13359209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25A45E-2197-5849-C478-C29CF3307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2C2BD8-A0A2-1B45-4E51-8B7926840E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255119"/>
            <a:ext cx="7772400" cy="1470025"/>
          </a:xfrm>
        </p:spPr>
        <p:txBody>
          <a:bodyPr>
            <a:noAutofit/>
          </a:bodyPr>
          <a:lstStyle/>
          <a:p>
            <a:r>
              <a:rPr lang="en-US" altLang="ko-KR" sz="13800" dirty="0">
                <a:latin typeface="KoddiUD 온고딕 Bold" pitchFamily="50" charset="-127"/>
                <a:ea typeface="KoddiUD 온고딕 Bold" pitchFamily="50" charset="-127"/>
              </a:rPr>
              <a:t>1</a:t>
            </a:r>
            <a:r>
              <a:rPr lang="ko-KR" altLang="en-US" sz="13800" dirty="0">
                <a:latin typeface="KoddiUD 온고딕 Bold" pitchFamily="50" charset="-127"/>
                <a:ea typeface="KoddiUD 온고딕 Bold" pitchFamily="50" charset="-127"/>
              </a:rPr>
              <a:t>등</a:t>
            </a:r>
          </a:p>
        </p:txBody>
      </p:sp>
    </p:spTree>
    <p:extLst>
      <p:ext uri="{BB962C8B-B14F-4D97-AF65-F5344CB8AC3E}">
        <p14:creationId xmlns:p14="http://schemas.microsoft.com/office/powerpoint/2010/main" val="25823550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9B4862-3028-C4E8-A12E-D8290D189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F0968B-EE90-F313-1E53-1EC1EDEDC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255119"/>
            <a:ext cx="7772400" cy="1470025"/>
          </a:xfrm>
        </p:spPr>
        <p:txBody>
          <a:bodyPr>
            <a:noAutofit/>
          </a:bodyPr>
          <a:lstStyle/>
          <a:p>
            <a:r>
              <a:rPr lang="en-US" altLang="ko-KR" sz="13800" dirty="0">
                <a:latin typeface="KoddiUD 온고딕 Bold" pitchFamily="50" charset="-127"/>
                <a:ea typeface="KoddiUD 온고딕 Bold" pitchFamily="50" charset="-127"/>
              </a:rPr>
              <a:t>1</a:t>
            </a:r>
            <a:r>
              <a:rPr lang="ko-KR" altLang="en-US" sz="13800" dirty="0">
                <a:latin typeface="KoddiUD 온고딕 Bold" pitchFamily="50" charset="-127"/>
                <a:ea typeface="KoddiUD 온고딕 Bold" pitchFamily="50" charset="-127"/>
              </a:rPr>
              <a:t>등</a:t>
            </a:r>
          </a:p>
        </p:txBody>
      </p:sp>
    </p:spTree>
    <p:extLst>
      <p:ext uri="{BB962C8B-B14F-4D97-AF65-F5344CB8AC3E}">
        <p14:creationId xmlns:p14="http://schemas.microsoft.com/office/powerpoint/2010/main" val="40618058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1A9B90-0DB2-5F22-82F1-C764580E7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045A19-9819-C4DC-9717-41D5F8820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255119"/>
            <a:ext cx="7772400" cy="1470025"/>
          </a:xfrm>
        </p:spPr>
        <p:txBody>
          <a:bodyPr>
            <a:noAutofit/>
          </a:bodyPr>
          <a:lstStyle/>
          <a:p>
            <a:r>
              <a:rPr lang="en-US" altLang="ko-KR" sz="13800" dirty="0">
                <a:latin typeface="KoddiUD 온고딕 Bold" pitchFamily="50" charset="-127"/>
                <a:ea typeface="KoddiUD 온고딕 Bold" pitchFamily="50" charset="-127"/>
              </a:rPr>
              <a:t>2</a:t>
            </a:r>
            <a:r>
              <a:rPr lang="ko-KR" altLang="en-US" sz="13800" dirty="0">
                <a:latin typeface="KoddiUD 온고딕 Bold" pitchFamily="50" charset="-127"/>
                <a:ea typeface="KoddiUD 온고딕 Bold" pitchFamily="50" charset="-127"/>
              </a:rPr>
              <a:t>등</a:t>
            </a:r>
          </a:p>
        </p:txBody>
      </p:sp>
    </p:spTree>
    <p:extLst>
      <p:ext uri="{BB962C8B-B14F-4D97-AF65-F5344CB8AC3E}">
        <p14:creationId xmlns:p14="http://schemas.microsoft.com/office/powerpoint/2010/main" val="19191599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ABEBBC-4523-B786-4092-8E651AF43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F9A0C2-94EC-A408-5BD4-343120246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255119"/>
            <a:ext cx="7772400" cy="1470025"/>
          </a:xfrm>
        </p:spPr>
        <p:txBody>
          <a:bodyPr>
            <a:noAutofit/>
          </a:bodyPr>
          <a:lstStyle/>
          <a:p>
            <a:r>
              <a:rPr lang="en-US" altLang="ko-KR" sz="13800" dirty="0">
                <a:latin typeface="KoddiUD 온고딕 Bold" pitchFamily="50" charset="-127"/>
                <a:ea typeface="KoddiUD 온고딕 Bold" pitchFamily="50" charset="-127"/>
              </a:rPr>
              <a:t>2</a:t>
            </a:r>
            <a:r>
              <a:rPr lang="ko-KR" altLang="en-US" sz="13800" dirty="0">
                <a:latin typeface="KoddiUD 온고딕 Bold" pitchFamily="50" charset="-127"/>
                <a:ea typeface="KoddiUD 온고딕 Bold" pitchFamily="50" charset="-127"/>
              </a:rPr>
              <a:t>등</a:t>
            </a:r>
          </a:p>
        </p:txBody>
      </p:sp>
    </p:spTree>
    <p:extLst>
      <p:ext uri="{BB962C8B-B14F-4D97-AF65-F5344CB8AC3E}">
        <p14:creationId xmlns:p14="http://schemas.microsoft.com/office/powerpoint/2010/main" val="9215269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DCE696-2EA3-EB40-1879-3DA8CF705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ECF38D-3DCF-77E1-6EB2-3AC5668D3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255119"/>
            <a:ext cx="7772400" cy="1470025"/>
          </a:xfrm>
        </p:spPr>
        <p:txBody>
          <a:bodyPr>
            <a:noAutofit/>
          </a:bodyPr>
          <a:lstStyle/>
          <a:p>
            <a:r>
              <a:rPr lang="en-US" altLang="ko-KR" sz="13800" dirty="0">
                <a:latin typeface="KoddiUD 온고딕 Bold" pitchFamily="50" charset="-127"/>
                <a:ea typeface="KoddiUD 온고딕 Bold" pitchFamily="50" charset="-127"/>
              </a:rPr>
              <a:t>3</a:t>
            </a:r>
            <a:r>
              <a:rPr lang="ko-KR" altLang="en-US" sz="13800" dirty="0">
                <a:latin typeface="KoddiUD 온고딕 Bold" pitchFamily="50" charset="-127"/>
                <a:ea typeface="KoddiUD 온고딕 Bold" pitchFamily="50" charset="-127"/>
              </a:rPr>
              <a:t>등</a:t>
            </a:r>
          </a:p>
        </p:txBody>
      </p:sp>
    </p:spTree>
    <p:extLst>
      <p:ext uri="{BB962C8B-B14F-4D97-AF65-F5344CB8AC3E}">
        <p14:creationId xmlns:p14="http://schemas.microsoft.com/office/powerpoint/2010/main" val="1680167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5AFF58-28D2-BE28-0D4F-425853FA3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B84316-8C1C-066A-5B48-D8816F3A81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255119"/>
            <a:ext cx="7772400" cy="1470025"/>
          </a:xfrm>
        </p:spPr>
        <p:txBody>
          <a:bodyPr>
            <a:noAutofit/>
          </a:bodyPr>
          <a:lstStyle/>
          <a:p>
            <a:r>
              <a:rPr lang="en-US" altLang="ko-KR" sz="13800" dirty="0">
                <a:latin typeface="KoddiUD 온고딕 Bold" pitchFamily="50" charset="-127"/>
                <a:ea typeface="KoddiUD 온고딕 Bold" pitchFamily="50" charset="-127"/>
              </a:rPr>
              <a:t>3</a:t>
            </a:r>
            <a:r>
              <a:rPr lang="ko-KR" altLang="en-US" sz="13800" dirty="0">
                <a:latin typeface="KoddiUD 온고딕 Bold" pitchFamily="50" charset="-127"/>
                <a:ea typeface="KoddiUD 온고딕 Bold" pitchFamily="50" charset="-127"/>
              </a:rPr>
              <a:t>등</a:t>
            </a:r>
          </a:p>
        </p:txBody>
      </p:sp>
    </p:spTree>
    <p:extLst>
      <p:ext uri="{BB962C8B-B14F-4D97-AF65-F5344CB8AC3E}">
        <p14:creationId xmlns:p14="http://schemas.microsoft.com/office/powerpoint/2010/main" val="13511962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565EEC-36B1-7213-15FD-7E2476935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6104E3-CFF5-0476-6401-DDDCFF3D0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255119"/>
            <a:ext cx="7772400" cy="1470025"/>
          </a:xfrm>
        </p:spPr>
        <p:txBody>
          <a:bodyPr>
            <a:noAutofit/>
          </a:bodyPr>
          <a:lstStyle/>
          <a:p>
            <a:r>
              <a:rPr lang="en-US" altLang="ko-KR" sz="13800" dirty="0">
                <a:latin typeface="KoddiUD 온고딕 Bold" pitchFamily="50" charset="-127"/>
                <a:ea typeface="KoddiUD 온고딕 Bold" pitchFamily="50" charset="-127"/>
              </a:rPr>
              <a:t>MVP</a:t>
            </a:r>
            <a:endParaRPr lang="ko-KR" altLang="en-US" sz="13800" dirty="0">
              <a:latin typeface="KoddiUD 온고딕 Bold" pitchFamily="50" charset="-127"/>
              <a:ea typeface="KoddiUD 온고딕 Bold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3466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BA6762A8-A14E-027F-9BCF-784850C3AB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63" t="11121" r="4325"/>
          <a:stretch>
            <a:fillRect/>
          </a:stretch>
        </p:blipFill>
        <p:spPr>
          <a:xfrm>
            <a:off x="755576" y="1484784"/>
            <a:ext cx="7992888" cy="4444528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4220C39B-878D-C2A2-E671-A13BE95D5B85}"/>
              </a:ext>
            </a:extLst>
          </p:cNvPr>
          <p:cNvSpPr/>
          <p:nvPr/>
        </p:nvSpPr>
        <p:spPr>
          <a:xfrm>
            <a:off x="2267744" y="2708920"/>
            <a:ext cx="576064" cy="792088"/>
          </a:xfrm>
          <a:prstGeom prst="ellipse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FB811A1-AAB9-2AED-D119-1B7BCB1EF47E}"/>
              </a:ext>
            </a:extLst>
          </p:cNvPr>
          <p:cNvSpPr/>
          <p:nvPr/>
        </p:nvSpPr>
        <p:spPr>
          <a:xfrm>
            <a:off x="2475384" y="3501008"/>
            <a:ext cx="512440" cy="584448"/>
          </a:xfrm>
          <a:prstGeom prst="ellipse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C3B0FB-9968-CA85-B6EE-24376D5AF5F8}"/>
              </a:ext>
            </a:extLst>
          </p:cNvPr>
          <p:cNvSpPr txBox="1"/>
          <p:nvPr/>
        </p:nvSpPr>
        <p:spPr>
          <a:xfrm>
            <a:off x="3176481" y="3193812"/>
            <a:ext cx="8194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ln w="22225">
                  <a:solidFill>
                    <a:srgbClr val="FF0000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감탄로드탄탄체 TTF" pitchFamily="2" charset="-127"/>
                <a:ea typeface="감탄로드탄탄체 TTF" pitchFamily="2" charset="-127"/>
              </a:rPr>
              <a:t>주차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A9B692D-4250-5AF5-E18B-F9978A17B9DB}"/>
              </a:ext>
            </a:extLst>
          </p:cNvPr>
          <p:cNvCxnSpPr>
            <a:cxnSpLocks/>
          </p:cNvCxnSpPr>
          <p:nvPr/>
        </p:nvCxnSpPr>
        <p:spPr>
          <a:xfrm flipH="1" flipV="1">
            <a:off x="2888921" y="3152232"/>
            <a:ext cx="360040" cy="1957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6F28BB0-05AD-765E-3ED3-9EAD869B055C}"/>
              </a:ext>
            </a:extLst>
          </p:cNvPr>
          <p:cNvCxnSpPr>
            <a:cxnSpLocks/>
          </p:cNvCxnSpPr>
          <p:nvPr/>
        </p:nvCxnSpPr>
        <p:spPr>
          <a:xfrm flipH="1">
            <a:off x="2996208" y="3637162"/>
            <a:ext cx="279648" cy="1518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9814BF3A-E707-9385-5BD7-BD802E52D56D}"/>
              </a:ext>
            </a:extLst>
          </p:cNvPr>
          <p:cNvSpPr/>
          <p:nvPr/>
        </p:nvSpPr>
        <p:spPr>
          <a:xfrm>
            <a:off x="4752020" y="1724665"/>
            <a:ext cx="3744416" cy="2712448"/>
          </a:xfrm>
          <a:custGeom>
            <a:avLst/>
            <a:gdLst>
              <a:gd name="connsiteX0" fmla="*/ 0 w 3744416"/>
              <a:gd name="connsiteY0" fmla="*/ 0 h 2712448"/>
              <a:gd name="connsiteX1" fmla="*/ 497472 w 3744416"/>
              <a:gd name="connsiteY1" fmla="*/ 0 h 2712448"/>
              <a:gd name="connsiteX2" fmla="*/ 957501 w 3744416"/>
              <a:gd name="connsiteY2" fmla="*/ 0 h 2712448"/>
              <a:gd name="connsiteX3" fmla="*/ 1417529 w 3744416"/>
              <a:gd name="connsiteY3" fmla="*/ 0 h 2712448"/>
              <a:gd name="connsiteX4" fmla="*/ 2027334 w 3744416"/>
              <a:gd name="connsiteY4" fmla="*/ 0 h 2712448"/>
              <a:gd name="connsiteX5" fmla="*/ 2637139 w 3744416"/>
              <a:gd name="connsiteY5" fmla="*/ 0 h 2712448"/>
              <a:gd name="connsiteX6" fmla="*/ 3059723 w 3744416"/>
              <a:gd name="connsiteY6" fmla="*/ 0 h 2712448"/>
              <a:gd name="connsiteX7" fmla="*/ 3744416 w 3744416"/>
              <a:gd name="connsiteY7" fmla="*/ 0 h 2712448"/>
              <a:gd name="connsiteX8" fmla="*/ 3744416 w 3744416"/>
              <a:gd name="connsiteY8" fmla="*/ 596739 h 2712448"/>
              <a:gd name="connsiteX9" fmla="*/ 3744416 w 3744416"/>
              <a:gd name="connsiteY9" fmla="*/ 1139228 h 2712448"/>
              <a:gd name="connsiteX10" fmla="*/ 3744416 w 3744416"/>
              <a:gd name="connsiteY10" fmla="*/ 1600344 h 2712448"/>
              <a:gd name="connsiteX11" fmla="*/ 3744416 w 3744416"/>
              <a:gd name="connsiteY11" fmla="*/ 2115709 h 2712448"/>
              <a:gd name="connsiteX12" fmla="*/ 3744416 w 3744416"/>
              <a:gd name="connsiteY12" fmla="*/ 2712448 h 2712448"/>
              <a:gd name="connsiteX13" fmla="*/ 3134611 w 3744416"/>
              <a:gd name="connsiteY13" fmla="*/ 2712448 h 2712448"/>
              <a:gd name="connsiteX14" fmla="*/ 2524806 w 3744416"/>
              <a:gd name="connsiteY14" fmla="*/ 2712448 h 2712448"/>
              <a:gd name="connsiteX15" fmla="*/ 2027334 w 3744416"/>
              <a:gd name="connsiteY15" fmla="*/ 2712448 h 2712448"/>
              <a:gd name="connsiteX16" fmla="*/ 1454973 w 3744416"/>
              <a:gd name="connsiteY16" fmla="*/ 2712448 h 2712448"/>
              <a:gd name="connsiteX17" fmla="*/ 920057 w 3744416"/>
              <a:gd name="connsiteY17" fmla="*/ 2712448 h 2712448"/>
              <a:gd name="connsiteX18" fmla="*/ 0 w 3744416"/>
              <a:gd name="connsiteY18" fmla="*/ 2712448 h 2712448"/>
              <a:gd name="connsiteX19" fmla="*/ 0 w 3744416"/>
              <a:gd name="connsiteY19" fmla="*/ 2197083 h 2712448"/>
              <a:gd name="connsiteX20" fmla="*/ 0 w 3744416"/>
              <a:gd name="connsiteY20" fmla="*/ 1681718 h 2712448"/>
              <a:gd name="connsiteX21" fmla="*/ 0 w 3744416"/>
              <a:gd name="connsiteY21" fmla="*/ 1084979 h 2712448"/>
              <a:gd name="connsiteX22" fmla="*/ 0 w 3744416"/>
              <a:gd name="connsiteY22" fmla="*/ 569614 h 2712448"/>
              <a:gd name="connsiteX23" fmla="*/ 0 w 3744416"/>
              <a:gd name="connsiteY23" fmla="*/ 0 h 271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744416" h="2712448" fill="none" extrusionOk="0">
                <a:moveTo>
                  <a:pt x="0" y="0"/>
                </a:moveTo>
                <a:cubicBezTo>
                  <a:pt x="238668" y="-6016"/>
                  <a:pt x="346896" y="35235"/>
                  <a:pt x="497472" y="0"/>
                </a:cubicBezTo>
                <a:cubicBezTo>
                  <a:pt x="648048" y="-35235"/>
                  <a:pt x="862944" y="432"/>
                  <a:pt x="957501" y="0"/>
                </a:cubicBezTo>
                <a:cubicBezTo>
                  <a:pt x="1052058" y="-432"/>
                  <a:pt x="1210530" y="34251"/>
                  <a:pt x="1417529" y="0"/>
                </a:cubicBezTo>
                <a:cubicBezTo>
                  <a:pt x="1624528" y="-34251"/>
                  <a:pt x="1799397" y="12038"/>
                  <a:pt x="2027334" y="0"/>
                </a:cubicBezTo>
                <a:cubicBezTo>
                  <a:pt x="2255272" y="-12038"/>
                  <a:pt x="2450993" y="16320"/>
                  <a:pt x="2637139" y="0"/>
                </a:cubicBezTo>
                <a:cubicBezTo>
                  <a:pt x="2823285" y="-16320"/>
                  <a:pt x="2849661" y="42718"/>
                  <a:pt x="3059723" y="0"/>
                </a:cubicBezTo>
                <a:cubicBezTo>
                  <a:pt x="3269785" y="-42718"/>
                  <a:pt x="3524621" y="50961"/>
                  <a:pt x="3744416" y="0"/>
                </a:cubicBezTo>
                <a:cubicBezTo>
                  <a:pt x="3763729" y="238629"/>
                  <a:pt x="3688494" y="420537"/>
                  <a:pt x="3744416" y="596739"/>
                </a:cubicBezTo>
                <a:cubicBezTo>
                  <a:pt x="3800338" y="772941"/>
                  <a:pt x="3679523" y="918919"/>
                  <a:pt x="3744416" y="1139228"/>
                </a:cubicBezTo>
                <a:cubicBezTo>
                  <a:pt x="3809309" y="1359537"/>
                  <a:pt x="3730129" y="1404148"/>
                  <a:pt x="3744416" y="1600344"/>
                </a:cubicBezTo>
                <a:cubicBezTo>
                  <a:pt x="3758703" y="1796540"/>
                  <a:pt x="3719143" y="1864678"/>
                  <a:pt x="3744416" y="2115709"/>
                </a:cubicBezTo>
                <a:cubicBezTo>
                  <a:pt x="3769689" y="2366741"/>
                  <a:pt x="3734659" y="2535995"/>
                  <a:pt x="3744416" y="2712448"/>
                </a:cubicBezTo>
                <a:cubicBezTo>
                  <a:pt x="3479108" y="2734847"/>
                  <a:pt x="3402091" y="2660130"/>
                  <a:pt x="3134611" y="2712448"/>
                </a:cubicBezTo>
                <a:cubicBezTo>
                  <a:pt x="2867132" y="2764766"/>
                  <a:pt x="2693108" y="2704848"/>
                  <a:pt x="2524806" y="2712448"/>
                </a:cubicBezTo>
                <a:cubicBezTo>
                  <a:pt x="2356505" y="2720048"/>
                  <a:pt x="2269699" y="2687008"/>
                  <a:pt x="2027334" y="2712448"/>
                </a:cubicBezTo>
                <a:cubicBezTo>
                  <a:pt x="1784969" y="2737888"/>
                  <a:pt x="1700835" y="2664372"/>
                  <a:pt x="1454973" y="2712448"/>
                </a:cubicBezTo>
                <a:cubicBezTo>
                  <a:pt x="1209111" y="2760524"/>
                  <a:pt x="1096930" y="2701116"/>
                  <a:pt x="920057" y="2712448"/>
                </a:cubicBezTo>
                <a:cubicBezTo>
                  <a:pt x="743184" y="2723780"/>
                  <a:pt x="456135" y="2695565"/>
                  <a:pt x="0" y="2712448"/>
                </a:cubicBezTo>
                <a:cubicBezTo>
                  <a:pt x="-15884" y="2549829"/>
                  <a:pt x="45259" y="2359662"/>
                  <a:pt x="0" y="2197083"/>
                </a:cubicBezTo>
                <a:cubicBezTo>
                  <a:pt x="-45259" y="2034504"/>
                  <a:pt x="6891" y="1789626"/>
                  <a:pt x="0" y="1681718"/>
                </a:cubicBezTo>
                <a:cubicBezTo>
                  <a:pt x="-6891" y="1573810"/>
                  <a:pt x="53080" y="1237146"/>
                  <a:pt x="0" y="1084979"/>
                </a:cubicBezTo>
                <a:cubicBezTo>
                  <a:pt x="-53080" y="932812"/>
                  <a:pt x="12453" y="765060"/>
                  <a:pt x="0" y="569614"/>
                </a:cubicBezTo>
                <a:cubicBezTo>
                  <a:pt x="-12453" y="374168"/>
                  <a:pt x="25982" y="219938"/>
                  <a:pt x="0" y="0"/>
                </a:cubicBezTo>
                <a:close/>
              </a:path>
              <a:path w="3744416" h="2712448" stroke="0" extrusionOk="0">
                <a:moveTo>
                  <a:pt x="0" y="0"/>
                </a:moveTo>
                <a:cubicBezTo>
                  <a:pt x="228998" y="-31190"/>
                  <a:pt x="376178" y="44971"/>
                  <a:pt x="534917" y="0"/>
                </a:cubicBezTo>
                <a:cubicBezTo>
                  <a:pt x="693656" y="-44971"/>
                  <a:pt x="825829" y="34231"/>
                  <a:pt x="1032389" y="0"/>
                </a:cubicBezTo>
                <a:cubicBezTo>
                  <a:pt x="1238949" y="-34231"/>
                  <a:pt x="1308559" y="5026"/>
                  <a:pt x="1529861" y="0"/>
                </a:cubicBezTo>
                <a:cubicBezTo>
                  <a:pt x="1751163" y="-5026"/>
                  <a:pt x="1851813" y="48663"/>
                  <a:pt x="1952445" y="0"/>
                </a:cubicBezTo>
                <a:cubicBezTo>
                  <a:pt x="2053077" y="-48663"/>
                  <a:pt x="2275761" y="43794"/>
                  <a:pt x="2375030" y="0"/>
                </a:cubicBezTo>
                <a:cubicBezTo>
                  <a:pt x="2474299" y="-43794"/>
                  <a:pt x="2797700" y="41912"/>
                  <a:pt x="2909946" y="0"/>
                </a:cubicBezTo>
                <a:cubicBezTo>
                  <a:pt x="3022192" y="-41912"/>
                  <a:pt x="3463408" y="74279"/>
                  <a:pt x="3744416" y="0"/>
                </a:cubicBezTo>
                <a:cubicBezTo>
                  <a:pt x="3780785" y="230461"/>
                  <a:pt x="3731043" y="355243"/>
                  <a:pt x="3744416" y="515365"/>
                </a:cubicBezTo>
                <a:cubicBezTo>
                  <a:pt x="3757789" y="675488"/>
                  <a:pt x="3736194" y="956327"/>
                  <a:pt x="3744416" y="1112104"/>
                </a:cubicBezTo>
                <a:cubicBezTo>
                  <a:pt x="3752638" y="1267881"/>
                  <a:pt x="3726467" y="1370613"/>
                  <a:pt x="3744416" y="1600344"/>
                </a:cubicBezTo>
                <a:cubicBezTo>
                  <a:pt x="3762365" y="1830075"/>
                  <a:pt x="3709401" y="1984073"/>
                  <a:pt x="3744416" y="2142834"/>
                </a:cubicBezTo>
                <a:cubicBezTo>
                  <a:pt x="3779431" y="2301595"/>
                  <a:pt x="3708614" y="2566269"/>
                  <a:pt x="3744416" y="2712448"/>
                </a:cubicBezTo>
                <a:cubicBezTo>
                  <a:pt x="3496268" y="2716262"/>
                  <a:pt x="3347014" y="2675309"/>
                  <a:pt x="3246944" y="2712448"/>
                </a:cubicBezTo>
                <a:cubicBezTo>
                  <a:pt x="3146874" y="2749587"/>
                  <a:pt x="2932315" y="2675904"/>
                  <a:pt x="2749471" y="2712448"/>
                </a:cubicBezTo>
                <a:cubicBezTo>
                  <a:pt x="2566627" y="2748992"/>
                  <a:pt x="2498820" y="2669196"/>
                  <a:pt x="2326887" y="2712448"/>
                </a:cubicBezTo>
                <a:cubicBezTo>
                  <a:pt x="2154954" y="2755700"/>
                  <a:pt x="1998340" y="2666894"/>
                  <a:pt x="1904303" y="2712448"/>
                </a:cubicBezTo>
                <a:cubicBezTo>
                  <a:pt x="1810266" y="2758002"/>
                  <a:pt x="1651335" y="2691724"/>
                  <a:pt x="1481719" y="2712448"/>
                </a:cubicBezTo>
                <a:cubicBezTo>
                  <a:pt x="1312103" y="2733172"/>
                  <a:pt x="1132356" y="2708633"/>
                  <a:pt x="1021691" y="2712448"/>
                </a:cubicBezTo>
                <a:cubicBezTo>
                  <a:pt x="911026" y="2716263"/>
                  <a:pt x="723667" y="2695761"/>
                  <a:pt x="599107" y="2712448"/>
                </a:cubicBezTo>
                <a:cubicBezTo>
                  <a:pt x="474547" y="2729135"/>
                  <a:pt x="262431" y="2683363"/>
                  <a:pt x="0" y="2712448"/>
                </a:cubicBezTo>
                <a:cubicBezTo>
                  <a:pt x="-43752" y="2533134"/>
                  <a:pt x="33318" y="2475795"/>
                  <a:pt x="0" y="2251332"/>
                </a:cubicBezTo>
                <a:cubicBezTo>
                  <a:pt x="-33318" y="2026869"/>
                  <a:pt x="66055" y="1944441"/>
                  <a:pt x="0" y="1681718"/>
                </a:cubicBezTo>
                <a:cubicBezTo>
                  <a:pt x="-66055" y="1418995"/>
                  <a:pt x="6112" y="1342419"/>
                  <a:pt x="0" y="1166353"/>
                </a:cubicBezTo>
                <a:cubicBezTo>
                  <a:pt x="-6112" y="990288"/>
                  <a:pt x="47057" y="932671"/>
                  <a:pt x="0" y="705236"/>
                </a:cubicBezTo>
                <a:cubicBezTo>
                  <a:pt x="-47057" y="477801"/>
                  <a:pt x="59877" y="348079"/>
                  <a:pt x="0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  <a:alpha val="79000"/>
            </a:schemeClr>
          </a:solidFill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217378430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속초바다 돋움 TTF" panose="02030903000000000000" pitchFamily="18" charset="-127"/>
                <a:ea typeface="속초바다 돋움 TTF" panose="02030903000000000000" pitchFamily="18" charset="-127"/>
              </a:rPr>
              <a:t>2025</a:t>
            </a:r>
            <a:r>
              <a:rPr lang="ko-KR" altLang="en-US" sz="1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속초바다 돋움 TTF" panose="02030903000000000000" pitchFamily="18" charset="-127"/>
                <a:ea typeface="속초바다 돋움 TTF" panose="02030903000000000000" pitchFamily="18" charset="-127"/>
              </a:rPr>
              <a:t> 전교인 수련회</a:t>
            </a:r>
            <a:endParaRPr lang="en-US" altLang="ko-KR" sz="16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속초바다 돋움 TTF" panose="02030903000000000000" pitchFamily="18" charset="-127"/>
              <a:ea typeface="속초바다 돋움 TTF" panose="02030903000000000000" pitchFamily="18" charset="-127"/>
            </a:endParaRPr>
          </a:p>
          <a:p>
            <a:pPr algn="ctr"/>
            <a:r>
              <a:rPr lang="en-US" altLang="ko-KR" sz="24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schemeClr val="tx2"/>
                  </a:outerShdw>
                </a:effectLst>
                <a:latin typeface="속초바다 돋움 TTF" panose="02030903000000000000" pitchFamily="18" charset="-127"/>
                <a:ea typeface="속초바다 돋움 TTF" panose="02030903000000000000" pitchFamily="18" charset="-127"/>
              </a:rPr>
              <a:t>- </a:t>
            </a:r>
            <a:r>
              <a:rPr lang="ko-KR" altLang="en-US" sz="24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schemeClr val="tx2"/>
                  </a:outerShdw>
                </a:effectLst>
                <a:latin typeface="속초바다 돋움 TTF" panose="02030903000000000000" pitchFamily="18" charset="-127"/>
                <a:ea typeface="속초바다 돋움 TTF" panose="02030903000000000000" pitchFamily="18" charset="-127"/>
              </a:rPr>
              <a:t>물놀이 안내 </a:t>
            </a:r>
            <a:r>
              <a:rPr lang="en-US" altLang="ko-KR" sz="24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schemeClr val="tx2"/>
                  </a:outerShdw>
                </a:effectLst>
                <a:latin typeface="속초바다 돋움 TTF" panose="02030903000000000000" pitchFamily="18" charset="-127"/>
                <a:ea typeface="속초바다 돋움 TTF" panose="02030903000000000000" pitchFamily="18" charset="-127"/>
              </a:rPr>
              <a:t>-</a:t>
            </a:r>
          </a:p>
          <a:p>
            <a:pPr marL="285750" indent="-180000">
              <a:lnSpc>
                <a:spcPts val="2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장소 </a:t>
            </a:r>
            <a:r>
              <a:rPr lang="en-US" altLang="ko-KR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: </a:t>
            </a:r>
            <a:r>
              <a:rPr lang="ko-KR" altLang="en-US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부여 남면관광농원</a:t>
            </a:r>
            <a:endParaRPr lang="en-US" altLang="ko-KR" sz="1200" dirty="0">
              <a:ln w="0">
                <a:noFill/>
              </a:ln>
              <a:solidFill>
                <a:schemeClr val="tx1"/>
              </a:solidFill>
              <a:latin typeface="감탄로드바탕체 Bold TTF" pitchFamily="2" charset="-127"/>
              <a:ea typeface="감탄로드바탕체 Bold TTF" pitchFamily="2" charset="-127"/>
            </a:endParaRPr>
          </a:p>
          <a:p>
            <a:pPr marL="105750">
              <a:lnSpc>
                <a:spcPts val="2000"/>
              </a:lnSpc>
            </a:pPr>
            <a:r>
              <a:rPr lang="en-US" altLang="ko-KR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    (</a:t>
            </a:r>
            <a:r>
              <a:rPr lang="ko-KR" altLang="en-US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충남 부여군 남면 금천서로</a:t>
            </a:r>
            <a:r>
              <a:rPr lang="en-US" altLang="ko-KR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8</a:t>
            </a:r>
            <a:r>
              <a:rPr lang="ko-KR" altLang="en-US" sz="1200" dirty="0" err="1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번길</a:t>
            </a:r>
            <a:r>
              <a:rPr lang="ko-KR" altLang="en-US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 </a:t>
            </a:r>
            <a:r>
              <a:rPr lang="en-US" altLang="ko-KR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40)</a:t>
            </a:r>
          </a:p>
          <a:p>
            <a:pPr marL="285750" indent="-180000">
              <a:lnSpc>
                <a:spcPts val="2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2025.8.23(</a:t>
            </a:r>
            <a:r>
              <a:rPr lang="ko-KR" altLang="en-US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토</a:t>
            </a:r>
            <a:r>
              <a:rPr lang="en-US" altLang="ko-KR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) </a:t>
            </a:r>
            <a:r>
              <a:rPr lang="ko-KR" altLang="en-US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오전 </a:t>
            </a:r>
            <a:r>
              <a:rPr lang="en-US" altLang="ko-KR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10</a:t>
            </a:r>
            <a:r>
              <a:rPr lang="ko-KR" altLang="en-US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시부터 자유 물놀이 가능</a:t>
            </a:r>
            <a:endParaRPr lang="en-US" altLang="ko-KR" sz="1200" dirty="0">
              <a:ln w="0">
                <a:noFill/>
              </a:ln>
              <a:solidFill>
                <a:schemeClr val="tx1"/>
              </a:solidFill>
              <a:latin typeface="감탄로드바탕체 Bold TTF" pitchFamily="2" charset="-127"/>
              <a:ea typeface="감탄로드바탕체 Bold TTF" pitchFamily="2" charset="-127"/>
            </a:endParaRPr>
          </a:p>
          <a:p>
            <a:pPr marL="285750" indent="-180000">
              <a:lnSpc>
                <a:spcPts val="2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12</a:t>
            </a:r>
            <a:r>
              <a:rPr lang="ko-KR" altLang="en-US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시 물놀이 </a:t>
            </a:r>
            <a:r>
              <a:rPr lang="ko-KR" altLang="en-US" sz="1200" dirty="0" err="1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레크레이션</a:t>
            </a:r>
            <a:r>
              <a:rPr lang="ko-KR" altLang="en-US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 시작으로 수련회 시작</a:t>
            </a:r>
            <a:endParaRPr lang="en-US" altLang="ko-KR" sz="1200" dirty="0">
              <a:ln w="0">
                <a:noFill/>
              </a:ln>
              <a:solidFill>
                <a:schemeClr val="tx1"/>
              </a:solidFill>
              <a:latin typeface="감탄로드바탕체 Bold TTF" pitchFamily="2" charset="-127"/>
              <a:ea typeface="감탄로드바탕체 Bold TTF" pitchFamily="2" charset="-127"/>
            </a:endParaRPr>
          </a:p>
          <a:p>
            <a:pPr marL="285750" indent="-180000">
              <a:lnSpc>
                <a:spcPts val="2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ln w="0">
                  <a:noFill/>
                </a:ln>
                <a:solidFill>
                  <a:srgbClr val="C00000"/>
                </a:solidFill>
                <a:latin typeface="감탄로드바탕체 Bold TTF" pitchFamily="2" charset="-127"/>
                <a:ea typeface="감탄로드바탕체 Bold TTF" pitchFamily="2" charset="-127"/>
              </a:rPr>
              <a:t>발을 다칠 위험이 있으니 물놀이용 신발</a:t>
            </a:r>
            <a:r>
              <a:rPr lang="en-US" altLang="ko-KR" sz="1200" dirty="0">
                <a:ln w="0">
                  <a:noFill/>
                </a:ln>
                <a:solidFill>
                  <a:srgbClr val="C00000"/>
                </a:solidFill>
                <a:latin typeface="감탄로드바탕체 Bold TTF" pitchFamily="2" charset="-127"/>
                <a:ea typeface="감탄로드바탕체 Bold TTF" pitchFamily="2" charset="-127"/>
              </a:rPr>
              <a:t>(</a:t>
            </a:r>
            <a:r>
              <a:rPr lang="ko-KR" altLang="en-US" sz="1200" dirty="0" err="1">
                <a:ln w="0">
                  <a:noFill/>
                </a:ln>
                <a:solidFill>
                  <a:srgbClr val="C00000"/>
                </a:solidFill>
                <a:latin typeface="감탄로드바탕체 Bold TTF" pitchFamily="2" charset="-127"/>
                <a:ea typeface="감탄로드바탕체 Bold TTF" pitchFamily="2" charset="-127"/>
              </a:rPr>
              <a:t>아쿠아슈즈</a:t>
            </a:r>
            <a:r>
              <a:rPr lang="en-US" altLang="ko-KR" sz="1200" dirty="0">
                <a:ln w="0">
                  <a:noFill/>
                </a:ln>
                <a:solidFill>
                  <a:srgbClr val="C00000"/>
                </a:solidFill>
                <a:latin typeface="감탄로드바탕체 Bold TTF" pitchFamily="2" charset="-127"/>
                <a:ea typeface="감탄로드바탕체 Bold TTF" pitchFamily="2" charset="-127"/>
              </a:rPr>
              <a:t>, </a:t>
            </a:r>
            <a:r>
              <a:rPr lang="ko-KR" altLang="en-US" sz="1200" dirty="0" err="1">
                <a:ln w="0">
                  <a:noFill/>
                </a:ln>
                <a:solidFill>
                  <a:srgbClr val="C00000"/>
                </a:solidFill>
                <a:latin typeface="감탄로드바탕체 Bold TTF" pitchFamily="2" charset="-127"/>
                <a:ea typeface="감탄로드바탕체 Bold TTF" pitchFamily="2" charset="-127"/>
              </a:rPr>
              <a:t>크록스</a:t>
            </a:r>
            <a:r>
              <a:rPr lang="en-US" altLang="ko-KR" sz="1200" dirty="0">
                <a:ln w="0">
                  <a:noFill/>
                </a:ln>
                <a:solidFill>
                  <a:srgbClr val="C00000"/>
                </a:solidFill>
                <a:latin typeface="감탄로드바탕체 Bold TTF" pitchFamily="2" charset="-127"/>
                <a:ea typeface="감탄로드바탕체 Bold TTF" pitchFamily="2" charset="-127"/>
              </a:rPr>
              <a:t>, </a:t>
            </a:r>
            <a:r>
              <a:rPr lang="ko-KR" altLang="en-US" sz="1200" dirty="0" err="1">
                <a:ln w="0">
                  <a:noFill/>
                </a:ln>
                <a:solidFill>
                  <a:srgbClr val="C00000"/>
                </a:solidFill>
                <a:latin typeface="감탄로드바탕체 Bold TTF" pitchFamily="2" charset="-127"/>
                <a:ea typeface="감탄로드바탕체 Bold TTF" pitchFamily="2" charset="-127"/>
              </a:rPr>
              <a:t>젤리슈즈</a:t>
            </a:r>
            <a:r>
              <a:rPr lang="ko-KR" altLang="en-US" sz="1200" dirty="0">
                <a:ln w="0">
                  <a:noFill/>
                </a:ln>
                <a:solidFill>
                  <a:srgbClr val="C00000"/>
                </a:solidFill>
                <a:latin typeface="감탄로드바탕체 Bold TTF" pitchFamily="2" charset="-127"/>
                <a:ea typeface="감탄로드바탕체 Bold TTF" pitchFamily="2" charset="-127"/>
              </a:rPr>
              <a:t> 등</a:t>
            </a:r>
            <a:r>
              <a:rPr lang="en-US" altLang="ko-KR" sz="1200" dirty="0">
                <a:ln w="0">
                  <a:noFill/>
                </a:ln>
                <a:solidFill>
                  <a:srgbClr val="C00000"/>
                </a:solidFill>
                <a:latin typeface="감탄로드바탕체 Bold TTF" pitchFamily="2" charset="-127"/>
                <a:ea typeface="감탄로드바탕체 Bold TTF" pitchFamily="2" charset="-127"/>
              </a:rPr>
              <a:t>)</a:t>
            </a:r>
            <a:r>
              <a:rPr lang="ko-KR" altLang="en-US" sz="1200" dirty="0">
                <a:ln w="0">
                  <a:noFill/>
                </a:ln>
                <a:solidFill>
                  <a:srgbClr val="C00000"/>
                </a:solidFill>
                <a:latin typeface="감탄로드바탕체 Bold TTF" pitchFamily="2" charset="-127"/>
                <a:ea typeface="감탄로드바탕체 Bold TTF" pitchFamily="2" charset="-127"/>
              </a:rPr>
              <a:t>을 꼭 챙겨오세요</a:t>
            </a:r>
            <a:r>
              <a:rPr lang="en-US" altLang="ko-KR" sz="1200" dirty="0">
                <a:ln w="0">
                  <a:noFill/>
                </a:ln>
                <a:solidFill>
                  <a:srgbClr val="C00000"/>
                </a:solidFill>
                <a:latin typeface="감탄로드바탕체 Bold TTF" pitchFamily="2" charset="-127"/>
                <a:ea typeface="감탄로드바탕체 Bold TTF" pitchFamily="2" charset="-127"/>
              </a:rPr>
              <a:t>.</a:t>
            </a:r>
          </a:p>
          <a:p>
            <a:pPr marL="105750">
              <a:lnSpc>
                <a:spcPts val="2000"/>
              </a:lnSpc>
            </a:pPr>
            <a:r>
              <a:rPr lang="en-US" altLang="ko-KR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※ </a:t>
            </a:r>
            <a:r>
              <a:rPr lang="ko-KR" altLang="en-US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점심은 개인</a:t>
            </a:r>
            <a:r>
              <a:rPr lang="en-US" altLang="ko-KR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(</a:t>
            </a:r>
            <a:r>
              <a:rPr lang="ko-KR" altLang="en-US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또는 목장</a:t>
            </a:r>
            <a:r>
              <a:rPr lang="en-US" altLang="ko-KR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)</a:t>
            </a:r>
            <a:r>
              <a:rPr lang="ko-KR" altLang="en-US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별로 준비해주세요</a:t>
            </a:r>
            <a:r>
              <a:rPr lang="en-US" altLang="ko-KR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50743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13B38C12-F8E1-7F72-9435-291656308B30}"/>
              </a:ext>
            </a:extLst>
          </p:cNvPr>
          <p:cNvGrpSpPr/>
          <p:nvPr/>
        </p:nvGrpSpPr>
        <p:grpSpPr>
          <a:xfrm>
            <a:off x="3030070" y="609600"/>
            <a:ext cx="3245223" cy="5267672"/>
            <a:chOff x="3030070" y="609600"/>
            <a:chExt cx="3245223" cy="526767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F51DBD9E-644E-947A-BC0F-290C8B42C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3581" t="10236" r="26473" b="878"/>
            <a:stretch>
              <a:fillRect/>
            </a:stretch>
          </p:blipFill>
          <p:spPr>
            <a:xfrm>
              <a:off x="3030070" y="609600"/>
              <a:ext cx="3245223" cy="5267672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7995F29D-53E3-7D20-EB54-0AF58F79F597}"/>
                </a:ext>
              </a:extLst>
            </p:cNvPr>
            <p:cNvSpPr/>
            <p:nvPr/>
          </p:nvSpPr>
          <p:spPr>
            <a:xfrm>
              <a:off x="4311335" y="3520172"/>
              <a:ext cx="576064" cy="792088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4948E888-1FCB-6DC4-30AA-C51E3C5E9892}"/>
                </a:ext>
              </a:extLst>
            </p:cNvPr>
            <p:cNvSpPr/>
            <p:nvPr/>
          </p:nvSpPr>
          <p:spPr>
            <a:xfrm>
              <a:off x="4518975" y="4312260"/>
              <a:ext cx="512440" cy="584448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5E89D92-854B-60AF-7931-6FAD27BC3B7E}"/>
                </a:ext>
              </a:extLst>
            </p:cNvPr>
            <p:cNvSpPr txBox="1"/>
            <p:nvPr/>
          </p:nvSpPr>
          <p:spPr>
            <a:xfrm>
              <a:off x="5220072" y="4005064"/>
              <a:ext cx="81945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800" b="1" dirty="0">
                  <a:ln w="22225">
                    <a:solidFill>
                      <a:srgbClr val="FF0000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감탄로드탄탄체 TTF" pitchFamily="2" charset="-127"/>
                  <a:ea typeface="감탄로드탄탄체 TTF" pitchFamily="2" charset="-127"/>
                </a:rPr>
                <a:t>주차</a:t>
              </a:r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9737CD32-0CFD-1468-FC27-68DD34F0BF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32512" y="3963484"/>
              <a:ext cx="360040" cy="19579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1D0CCBF1-4C43-67DF-BE61-2D8C9068CD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39799" y="4448414"/>
              <a:ext cx="279648" cy="15187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A827014-81ED-5351-BF68-30C5751A640E}"/>
                </a:ext>
              </a:extLst>
            </p:cNvPr>
            <p:cNvSpPr/>
            <p:nvPr/>
          </p:nvSpPr>
          <p:spPr>
            <a:xfrm>
              <a:off x="3114198" y="666802"/>
              <a:ext cx="3060196" cy="2316437"/>
            </a:xfrm>
            <a:custGeom>
              <a:avLst/>
              <a:gdLst>
                <a:gd name="connsiteX0" fmla="*/ 0 w 3060196"/>
                <a:gd name="connsiteY0" fmla="*/ 0 h 2316437"/>
                <a:gd name="connsiteX1" fmla="*/ 510033 w 3060196"/>
                <a:gd name="connsiteY1" fmla="*/ 0 h 2316437"/>
                <a:gd name="connsiteX2" fmla="*/ 1020065 w 3060196"/>
                <a:gd name="connsiteY2" fmla="*/ 0 h 2316437"/>
                <a:gd name="connsiteX3" fmla="*/ 1438292 w 3060196"/>
                <a:gd name="connsiteY3" fmla="*/ 0 h 2316437"/>
                <a:gd name="connsiteX4" fmla="*/ 1948325 w 3060196"/>
                <a:gd name="connsiteY4" fmla="*/ 0 h 2316437"/>
                <a:gd name="connsiteX5" fmla="*/ 2519561 w 3060196"/>
                <a:gd name="connsiteY5" fmla="*/ 0 h 2316437"/>
                <a:gd name="connsiteX6" fmla="*/ 3060196 w 3060196"/>
                <a:gd name="connsiteY6" fmla="*/ 0 h 2316437"/>
                <a:gd name="connsiteX7" fmla="*/ 3060196 w 3060196"/>
                <a:gd name="connsiteY7" fmla="*/ 509616 h 2316437"/>
                <a:gd name="connsiteX8" fmla="*/ 3060196 w 3060196"/>
                <a:gd name="connsiteY8" fmla="*/ 1111890 h 2316437"/>
                <a:gd name="connsiteX9" fmla="*/ 3060196 w 3060196"/>
                <a:gd name="connsiteY9" fmla="*/ 1644670 h 2316437"/>
                <a:gd name="connsiteX10" fmla="*/ 3060196 w 3060196"/>
                <a:gd name="connsiteY10" fmla="*/ 2316437 h 2316437"/>
                <a:gd name="connsiteX11" fmla="*/ 2488959 w 3060196"/>
                <a:gd name="connsiteY11" fmla="*/ 2316437 h 2316437"/>
                <a:gd name="connsiteX12" fmla="*/ 2040131 w 3060196"/>
                <a:gd name="connsiteY12" fmla="*/ 2316437 h 2316437"/>
                <a:gd name="connsiteX13" fmla="*/ 1621904 w 3060196"/>
                <a:gd name="connsiteY13" fmla="*/ 2316437 h 2316437"/>
                <a:gd name="connsiteX14" fmla="*/ 1050667 w 3060196"/>
                <a:gd name="connsiteY14" fmla="*/ 2316437 h 2316437"/>
                <a:gd name="connsiteX15" fmla="*/ 601839 w 3060196"/>
                <a:gd name="connsiteY15" fmla="*/ 2316437 h 2316437"/>
                <a:gd name="connsiteX16" fmla="*/ 0 w 3060196"/>
                <a:gd name="connsiteY16" fmla="*/ 2316437 h 2316437"/>
                <a:gd name="connsiteX17" fmla="*/ 0 w 3060196"/>
                <a:gd name="connsiteY17" fmla="*/ 1737328 h 2316437"/>
                <a:gd name="connsiteX18" fmla="*/ 0 w 3060196"/>
                <a:gd name="connsiteY18" fmla="*/ 1158219 h 2316437"/>
                <a:gd name="connsiteX19" fmla="*/ 0 w 3060196"/>
                <a:gd name="connsiteY19" fmla="*/ 579109 h 2316437"/>
                <a:gd name="connsiteX20" fmla="*/ 0 w 3060196"/>
                <a:gd name="connsiteY20" fmla="*/ 0 h 2316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0196" h="2316437" fill="none" extrusionOk="0">
                  <a:moveTo>
                    <a:pt x="0" y="0"/>
                  </a:moveTo>
                  <a:cubicBezTo>
                    <a:pt x="161893" y="-56594"/>
                    <a:pt x="260086" y="58714"/>
                    <a:pt x="510033" y="0"/>
                  </a:cubicBezTo>
                  <a:cubicBezTo>
                    <a:pt x="759980" y="-58714"/>
                    <a:pt x="803863" y="23527"/>
                    <a:pt x="1020065" y="0"/>
                  </a:cubicBezTo>
                  <a:cubicBezTo>
                    <a:pt x="1236267" y="-23527"/>
                    <a:pt x="1343759" y="13895"/>
                    <a:pt x="1438292" y="0"/>
                  </a:cubicBezTo>
                  <a:cubicBezTo>
                    <a:pt x="1532825" y="-13895"/>
                    <a:pt x="1800630" y="1781"/>
                    <a:pt x="1948325" y="0"/>
                  </a:cubicBezTo>
                  <a:cubicBezTo>
                    <a:pt x="2096020" y="-1781"/>
                    <a:pt x="2364350" y="60922"/>
                    <a:pt x="2519561" y="0"/>
                  </a:cubicBezTo>
                  <a:cubicBezTo>
                    <a:pt x="2674772" y="-60922"/>
                    <a:pt x="2911160" y="18696"/>
                    <a:pt x="3060196" y="0"/>
                  </a:cubicBezTo>
                  <a:cubicBezTo>
                    <a:pt x="3108746" y="168144"/>
                    <a:pt x="3007835" y="354564"/>
                    <a:pt x="3060196" y="509616"/>
                  </a:cubicBezTo>
                  <a:cubicBezTo>
                    <a:pt x="3112557" y="664668"/>
                    <a:pt x="2999312" y="867094"/>
                    <a:pt x="3060196" y="1111890"/>
                  </a:cubicBezTo>
                  <a:cubicBezTo>
                    <a:pt x="3121080" y="1356686"/>
                    <a:pt x="3031831" y="1514715"/>
                    <a:pt x="3060196" y="1644670"/>
                  </a:cubicBezTo>
                  <a:cubicBezTo>
                    <a:pt x="3088561" y="1774625"/>
                    <a:pt x="2997598" y="2017174"/>
                    <a:pt x="3060196" y="2316437"/>
                  </a:cubicBezTo>
                  <a:cubicBezTo>
                    <a:pt x="2939532" y="2360499"/>
                    <a:pt x="2650363" y="2250080"/>
                    <a:pt x="2488959" y="2316437"/>
                  </a:cubicBezTo>
                  <a:cubicBezTo>
                    <a:pt x="2327555" y="2382794"/>
                    <a:pt x="2174032" y="2289706"/>
                    <a:pt x="2040131" y="2316437"/>
                  </a:cubicBezTo>
                  <a:cubicBezTo>
                    <a:pt x="1906230" y="2343168"/>
                    <a:pt x="1778323" y="2278471"/>
                    <a:pt x="1621904" y="2316437"/>
                  </a:cubicBezTo>
                  <a:cubicBezTo>
                    <a:pt x="1465485" y="2354403"/>
                    <a:pt x="1243346" y="2257428"/>
                    <a:pt x="1050667" y="2316437"/>
                  </a:cubicBezTo>
                  <a:cubicBezTo>
                    <a:pt x="857988" y="2375446"/>
                    <a:pt x="810373" y="2312820"/>
                    <a:pt x="601839" y="2316437"/>
                  </a:cubicBezTo>
                  <a:cubicBezTo>
                    <a:pt x="393305" y="2320054"/>
                    <a:pt x="125005" y="2315662"/>
                    <a:pt x="0" y="2316437"/>
                  </a:cubicBezTo>
                  <a:cubicBezTo>
                    <a:pt x="-27252" y="2066497"/>
                    <a:pt x="26219" y="1861995"/>
                    <a:pt x="0" y="1737328"/>
                  </a:cubicBezTo>
                  <a:cubicBezTo>
                    <a:pt x="-26219" y="1612661"/>
                    <a:pt x="23158" y="1412976"/>
                    <a:pt x="0" y="1158219"/>
                  </a:cubicBezTo>
                  <a:cubicBezTo>
                    <a:pt x="-23158" y="903462"/>
                    <a:pt x="21976" y="773913"/>
                    <a:pt x="0" y="579109"/>
                  </a:cubicBezTo>
                  <a:cubicBezTo>
                    <a:pt x="-21976" y="384305"/>
                    <a:pt x="34746" y="237165"/>
                    <a:pt x="0" y="0"/>
                  </a:cubicBezTo>
                  <a:close/>
                </a:path>
                <a:path w="3060196" h="2316437" stroke="0" extrusionOk="0">
                  <a:moveTo>
                    <a:pt x="0" y="0"/>
                  </a:moveTo>
                  <a:cubicBezTo>
                    <a:pt x="141913" y="-27879"/>
                    <a:pt x="276417" y="22877"/>
                    <a:pt x="510033" y="0"/>
                  </a:cubicBezTo>
                  <a:cubicBezTo>
                    <a:pt x="743649" y="-22877"/>
                    <a:pt x="789227" y="51450"/>
                    <a:pt x="989463" y="0"/>
                  </a:cubicBezTo>
                  <a:cubicBezTo>
                    <a:pt x="1189699" y="-51450"/>
                    <a:pt x="1355293" y="22357"/>
                    <a:pt x="1468894" y="0"/>
                  </a:cubicBezTo>
                  <a:cubicBezTo>
                    <a:pt x="1582495" y="-22357"/>
                    <a:pt x="1769117" y="45795"/>
                    <a:pt x="1887121" y="0"/>
                  </a:cubicBezTo>
                  <a:cubicBezTo>
                    <a:pt x="2005125" y="-45795"/>
                    <a:pt x="2104579" y="14864"/>
                    <a:pt x="2305348" y="0"/>
                  </a:cubicBezTo>
                  <a:cubicBezTo>
                    <a:pt x="2506117" y="-14864"/>
                    <a:pt x="2846896" y="71183"/>
                    <a:pt x="3060196" y="0"/>
                  </a:cubicBezTo>
                  <a:cubicBezTo>
                    <a:pt x="3108446" y="125349"/>
                    <a:pt x="2992745" y="416965"/>
                    <a:pt x="3060196" y="602274"/>
                  </a:cubicBezTo>
                  <a:cubicBezTo>
                    <a:pt x="3127647" y="787583"/>
                    <a:pt x="3000079" y="973703"/>
                    <a:pt x="3060196" y="1204547"/>
                  </a:cubicBezTo>
                  <a:cubicBezTo>
                    <a:pt x="3120313" y="1435391"/>
                    <a:pt x="2930093" y="2069335"/>
                    <a:pt x="3060196" y="2316437"/>
                  </a:cubicBezTo>
                  <a:cubicBezTo>
                    <a:pt x="2902271" y="2346229"/>
                    <a:pt x="2718096" y="2274733"/>
                    <a:pt x="2611367" y="2316437"/>
                  </a:cubicBezTo>
                  <a:cubicBezTo>
                    <a:pt x="2504638" y="2358141"/>
                    <a:pt x="2160221" y="2287949"/>
                    <a:pt x="2040131" y="2316437"/>
                  </a:cubicBezTo>
                  <a:cubicBezTo>
                    <a:pt x="1920041" y="2344925"/>
                    <a:pt x="1793946" y="2298854"/>
                    <a:pt x="1560700" y="2316437"/>
                  </a:cubicBezTo>
                  <a:cubicBezTo>
                    <a:pt x="1327454" y="2334020"/>
                    <a:pt x="1280749" y="2292315"/>
                    <a:pt x="1142473" y="2316437"/>
                  </a:cubicBezTo>
                  <a:cubicBezTo>
                    <a:pt x="1004197" y="2340559"/>
                    <a:pt x="869780" y="2314909"/>
                    <a:pt x="663042" y="2316437"/>
                  </a:cubicBezTo>
                  <a:cubicBezTo>
                    <a:pt x="456304" y="2317965"/>
                    <a:pt x="191718" y="2289217"/>
                    <a:pt x="0" y="2316437"/>
                  </a:cubicBezTo>
                  <a:cubicBezTo>
                    <a:pt x="-9395" y="2180327"/>
                    <a:pt x="14612" y="2042921"/>
                    <a:pt x="0" y="1806821"/>
                  </a:cubicBezTo>
                  <a:cubicBezTo>
                    <a:pt x="-14612" y="1570721"/>
                    <a:pt x="13546" y="1424477"/>
                    <a:pt x="0" y="1204547"/>
                  </a:cubicBezTo>
                  <a:cubicBezTo>
                    <a:pt x="-13546" y="984617"/>
                    <a:pt x="11941" y="810252"/>
                    <a:pt x="0" y="579109"/>
                  </a:cubicBezTo>
                  <a:cubicBezTo>
                    <a:pt x="-11941" y="347966"/>
                    <a:pt x="40894" y="273477"/>
                    <a:pt x="0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  <a:alpha val="79000"/>
              </a:schemeClr>
            </a:solidFill>
            <a:ln>
              <a:solidFill>
                <a:schemeClr val="accent1"/>
              </a:solidFill>
              <a:extLst>
                <a:ext uri="{C807C97D-BFC1-408E-A445-0C87EB9F89A2}">
                  <ask:lineSketchStyleProps xmlns:ask="http://schemas.microsoft.com/office/drawing/2018/sketchyshapes" sd="217378430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rtlCol="0" anchor="ctr"/>
            <a:lstStyle/>
            <a:p>
              <a:pPr algn="ctr"/>
              <a:r>
                <a:rPr lang="en-US" altLang="ko-KR" sz="1400" b="1" dirty="0">
                  <a:ln w="12700">
                    <a:solidFill>
                      <a:srgbClr val="FFFFFF"/>
                    </a:solidFill>
                    <a:prstDash val="solid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속초바다 돋움 TTF" panose="02030903000000000000" pitchFamily="18" charset="-127"/>
                  <a:ea typeface="속초바다 돋움 TTF" panose="02030903000000000000" pitchFamily="18" charset="-127"/>
                </a:rPr>
                <a:t>2025</a:t>
              </a:r>
              <a:r>
                <a:rPr lang="ko-KR" altLang="en-US" sz="1400" b="1" dirty="0">
                  <a:ln w="12700">
                    <a:solidFill>
                      <a:srgbClr val="FFFFFF"/>
                    </a:solidFill>
                    <a:prstDash val="solid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속초바다 돋움 TTF" panose="02030903000000000000" pitchFamily="18" charset="-127"/>
                  <a:ea typeface="속초바다 돋움 TTF" panose="02030903000000000000" pitchFamily="18" charset="-127"/>
                </a:rPr>
                <a:t> 전교인 수련회</a:t>
              </a:r>
              <a:endParaRPr lang="en-US" altLang="ko-KR" sz="1400" b="1" dirty="0">
                <a:ln w="12700">
                  <a:solidFill>
                    <a:srgbClr val="FFFFFF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속초바다 돋움 TTF" panose="02030903000000000000" pitchFamily="18" charset="-127"/>
                <a:ea typeface="속초바다 돋움 TTF" panose="02030903000000000000" pitchFamily="18" charset="-127"/>
              </a:endParaRPr>
            </a:p>
            <a:p>
              <a:pPr algn="ctr"/>
              <a:r>
                <a:rPr lang="en-US" altLang="ko-KR" dirty="0">
                  <a:ln w="12700">
                    <a:solidFill>
                      <a:schemeClr val="tx2">
                        <a:lumMod val="7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schemeClr val="tx2"/>
                    </a:outerShdw>
                  </a:effectLst>
                  <a:latin typeface="속초바다 돋움 TTF" panose="02030903000000000000" pitchFamily="18" charset="-127"/>
                  <a:ea typeface="속초바다 돋움 TTF" panose="02030903000000000000" pitchFamily="18" charset="-127"/>
                </a:rPr>
                <a:t>- </a:t>
              </a:r>
              <a:r>
                <a:rPr lang="ko-KR" altLang="en-US" dirty="0">
                  <a:ln w="12700">
                    <a:solidFill>
                      <a:schemeClr val="tx2">
                        <a:lumMod val="7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schemeClr val="tx2"/>
                    </a:outerShdw>
                  </a:effectLst>
                  <a:latin typeface="속초바다 돋움 TTF" panose="02030903000000000000" pitchFamily="18" charset="-127"/>
                  <a:ea typeface="속초바다 돋움 TTF" panose="02030903000000000000" pitchFamily="18" charset="-127"/>
                </a:rPr>
                <a:t>물놀이 안내 </a:t>
              </a:r>
              <a:r>
                <a:rPr lang="en-US" altLang="ko-KR" dirty="0">
                  <a:ln w="12700">
                    <a:solidFill>
                      <a:schemeClr val="tx2">
                        <a:lumMod val="7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schemeClr val="tx2"/>
                    </a:outerShdw>
                  </a:effectLst>
                  <a:latin typeface="속초바다 돋움 TTF" panose="02030903000000000000" pitchFamily="18" charset="-127"/>
                  <a:ea typeface="속초바다 돋움 TTF" panose="02030903000000000000" pitchFamily="18" charset="-127"/>
                </a:rPr>
                <a:t>-</a:t>
              </a:r>
            </a:p>
            <a:p>
              <a:pPr marL="285750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장소 </a:t>
              </a:r>
              <a:r>
                <a:rPr lang="en-US" altLang="ko-KR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: </a:t>
              </a:r>
              <a:r>
                <a:rPr lang="ko-KR" altLang="en-US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부여 남면관광농원</a:t>
              </a:r>
              <a:endParaRPr lang="en-US" altLang="ko-KR" sz="105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endParaRPr>
            </a:p>
            <a:p>
              <a:pPr marL="105750">
                <a:lnSpc>
                  <a:spcPts val="2000"/>
                </a:lnSpc>
              </a:pPr>
              <a:r>
                <a:rPr lang="en-US" altLang="ko-KR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    (</a:t>
              </a:r>
              <a:r>
                <a:rPr lang="ko-KR" altLang="en-US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충남 부여군 남면 금천서로</a:t>
              </a:r>
              <a:r>
                <a:rPr lang="en-US" altLang="ko-KR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8</a:t>
              </a:r>
              <a:r>
                <a:rPr lang="ko-KR" altLang="en-US" sz="1050" dirty="0" err="1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번길</a:t>
              </a:r>
              <a:r>
                <a:rPr lang="ko-KR" altLang="en-US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 </a:t>
              </a:r>
              <a:r>
                <a:rPr lang="en-US" altLang="ko-KR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40)</a:t>
              </a:r>
            </a:p>
            <a:p>
              <a:pPr marL="285750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en-US" altLang="ko-KR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2025.8.23(</a:t>
              </a:r>
              <a:r>
                <a:rPr lang="ko-KR" altLang="en-US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토</a:t>
              </a:r>
              <a:r>
                <a:rPr lang="en-US" altLang="ko-KR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) </a:t>
              </a:r>
              <a:r>
                <a:rPr lang="ko-KR" altLang="en-US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오전 </a:t>
              </a:r>
              <a:r>
                <a:rPr lang="en-US" altLang="ko-KR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10</a:t>
              </a:r>
              <a:r>
                <a:rPr lang="ko-KR" altLang="en-US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시부터 자유 물놀이 가능</a:t>
              </a:r>
              <a:endParaRPr lang="en-US" altLang="ko-KR" sz="105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endParaRPr>
            </a:p>
            <a:p>
              <a:pPr marL="285750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en-US" altLang="ko-KR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12</a:t>
              </a:r>
              <a:r>
                <a:rPr lang="ko-KR" altLang="en-US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시 물놀이 </a:t>
              </a:r>
              <a:r>
                <a:rPr lang="ko-KR" altLang="en-US" sz="1050" dirty="0" err="1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레크레이션</a:t>
              </a:r>
              <a:r>
                <a:rPr lang="ko-KR" altLang="en-US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 시작으로 수련회 시작</a:t>
              </a:r>
              <a:endParaRPr lang="en-US" altLang="ko-KR" sz="105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endParaRPr>
            </a:p>
            <a:p>
              <a:pPr marL="285750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050" dirty="0">
                  <a:ln w="0">
                    <a:noFill/>
                  </a:ln>
                  <a:solidFill>
                    <a:srgbClr val="C00000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물놀이용 신발</a:t>
              </a:r>
              <a:r>
                <a:rPr lang="en-US" altLang="ko-KR" sz="1050" dirty="0">
                  <a:ln w="0">
                    <a:noFill/>
                  </a:ln>
                  <a:solidFill>
                    <a:srgbClr val="C00000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(</a:t>
              </a:r>
              <a:r>
                <a:rPr lang="ko-KR" altLang="en-US" sz="1050" dirty="0" err="1">
                  <a:ln w="0">
                    <a:noFill/>
                  </a:ln>
                  <a:solidFill>
                    <a:srgbClr val="C00000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아쿠아슈즈</a:t>
              </a:r>
              <a:r>
                <a:rPr lang="en-US" altLang="ko-KR" sz="1050" dirty="0">
                  <a:ln w="0">
                    <a:noFill/>
                  </a:ln>
                  <a:solidFill>
                    <a:srgbClr val="C00000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, </a:t>
              </a:r>
              <a:r>
                <a:rPr lang="ko-KR" altLang="en-US" sz="1050" dirty="0" err="1">
                  <a:ln w="0">
                    <a:noFill/>
                  </a:ln>
                  <a:solidFill>
                    <a:srgbClr val="C00000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크록스</a:t>
              </a:r>
              <a:r>
                <a:rPr lang="en-US" altLang="ko-KR" sz="1050" dirty="0">
                  <a:ln w="0">
                    <a:noFill/>
                  </a:ln>
                  <a:solidFill>
                    <a:srgbClr val="C00000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, </a:t>
              </a:r>
              <a:r>
                <a:rPr lang="ko-KR" altLang="en-US" sz="1050" dirty="0" err="1">
                  <a:ln w="0">
                    <a:noFill/>
                  </a:ln>
                  <a:solidFill>
                    <a:srgbClr val="C00000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젤리슈즈</a:t>
              </a:r>
              <a:r>
                <a:rPr lang="ko-KR" altLang="en-US" sz="1050" dirty="0">
                  <a:ln w="0">
                    <a:noFill/>
                  </a:ln>
                  <a:solidFill>
                    <a:srgbClr val="C00000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 등</a:t>
              </a:r>
              <a:r>
                <a:rPr lang="en-US" altLang="ko-KR" sz="1050" dirty="0">
                  <a:ln w="0">
                    <a:noFill/>
                  </a:ln>
                  <a:solidFill>
                    <a:srgbClr val="C00000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)</a:t>
              </a:r>
              <a:r>
                <a:rPr lang="ko-KR" altLang="en-US" sz="1050" dirty="0">
                  <a:ln w="0">
                    <a:noFill/>
                  </a:ln>
                  <a:solidFill>
                    <a:srgbClr val="C00000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을 꼭 챙겨오세요</a:t>
              </a:r>
              <a:r>
                <a:rPr lang="en-US" altLang="ko-KR" sz="1050" dirty="0">
                  <a:ln w="0">
                    <a:noFill/>
                  </a:ln>
                  <a:solidFill>
                    <a:srgbClr val="C00000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. </a:t>
              </a:r>
              <a:r>
                <a:rPr lang="ko-KR" altLang="en-US" sz="1050" dirty="0">
                  <a:ln w="0">
                    <a:noFill/>
                  </a:ln>
                  <a:solidFill>
                    <a:srgbClr val="C00000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발을 다칠 위험이 있어요</a:t>
              </a:r>
              <a:r>
                <a:rPr lang="en-US" altLang="ko-KR" sz="1050" dirty="0">
                  <a:ln w="0">
                    <a:noFill/>
                  </a:ln>
                  <a:solidFill>
                    <a:srgbClr val="C00000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.</a:t>
              </a:r>
            </a:p>
            <a:p>
              <a:pPr marL="105750">
                <a:lnSpc>
                  <a:spcPts val="2000"/>
                </a:lnSpc>
              </a:pPr>
              <a:r>
                <a:rPr lang="en-US" altLang="ko-KR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※ </a:t>
              </a:r>
              <a:r>
                <a:rPr lang="ko-KR" altLang="en-US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점심은 개인</a:t>
              </a:r>
              <a:r>
                <a:rPr lang="en-US" altLang="ko-KR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(</a:t>
              </a:r>
              <a:r>
                <a:rPr lang="ko-KR" altLang="en-US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또는 목장</a:t>
              </a:r>
              <a:r>
                <a:rPr lang="en-US" altLang="ko-KR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)</a:t>
              </a:r>
              <a:r>
                <a:rPr lang="ko-KR" altLang="en-US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별로 준비해주세요</a:t>
              </a:r>
              <a:r>
                <a:rPr lang="en-US" altLang="ko-KR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8668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708F9-62C5-FBCD-8BED-A7C8C620C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DBA6AA01-4D10-6FD5-CE7E-ACBDB29E8C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44" t="10080" r="11835"/>
          <a:stretch>
            <a:fillRect/>
          </a:stretch>
        </p:blipFill>
        <p:spPr>
          <a:xfrm>
            <a:off x="611560" y="908720"/>
            <a:ext cx="7637100" cy="4496569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DA79B8E-7926-9C74-56E1-A2BCF9239DCF}"/>
              </a:ext>
            </a:extLst>
          </p:cNvPr>
          <p:cNvSpPr/>
          <p:nvPr/>
        </p:nvSpPr>
        <p:spPr>
          <a:xfrm rot="15702312">
            <a:off x="1527855" y="1432676"/>
            <a:ext cx="209140" cy="868515"/>
          </a:xfrm>
          <a:prstGeom prst="ellipse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D14CF4-A42F-F003-AAA1-EBB2BBE52B65}"/>
              </a:ext>
            </a:extLst>
          </p:cNvPr>
          <p:cNvSpPr txBox="1"/>
          <p:nvPr/>
        </p:nvSpPr>
        <p:spPr>
          <a:xfrm>
            <a:off x="1755167" y="1052736"/>
            <a:ext cx="8194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ln w="22225">
                  <a:solidFill>
                    <a:srgbClr val="FF0000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감탄로드탄탄체 TTF" pitchFamily="2" charset="-127"/>
                <a:ea typeface="감탄로드탄탄체 TTF" pitchFamily="2" charset="-127"/>
              </a:rPr>
              <a:t>주차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0682CD3-E3B1-7955-A63C-C9EF0A678722}"/>
              </a:ext>
            </a:extLst>
          </p:cNvPr>
          <p:cNvCxnSpPr>
            <a:cxnSpLocks/>
          </p:cNvCxnSpPr>
          <p:nvPr/>
        </p:nvCxnSpPr>
        <p:spPr>
          <a:xfrm flipH="1">
            <a:off x="1547664" y="1414232"/>
            <a:ext cx="207503" cy="2752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타원 5">
            <a:extLst>
              <a:ext uri="{FF2B5EF4-FFF2-40B4-BE49-F238E27FC236}">
                <a16:creationId xmlns:a16="http://schemas.microsoft.com/office/drawing/2014/main" id="{62910EC3-F4D5-96D6-B5B4-FEFC47CA3859}"/>
              </a:ext>
            </a:extLst>
          </p:cNvPr>
          <p:cNvSpPr/>
          <p:nvPr/>
        </p:nvSpPr>
        <p:spPr>
          <a:xfrm rot="16936698">
            <a:off x="2461586" y="1498812"/>
            <a:ext cx="227025" cy="833573"/>
          </a:xfrm>
          <a:prstGeom prst="ellipse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6D9CFC1-0F53-58C5-A74C-4C50B37EC41D}"/>
              </a:ext>
            </a:extLst>
          </p:cNvPr>
          <p:cNvSpPr/>
          <p:nvPr/>
        </p:nvSpPr>
        <p:spPr>
          <a:xfrm>
            <a:off x="4297210" y="999396"/>
            <a:ext cx="3870176" cy="2607801"/>
          </a:xfrm>
          <a:custGeom>
            <a:avLst/>
            <a:gdLst>
              <a:gd name="connsiteX0" fmla="*/ 0 w 3870176"/>
              <a:gd name="connsiteY0" fmla="*/ 0 h 2607801"/>
              <a:gd name="connsiteX1" fmla="*/ 514181 w 3870176"/>
              <a:gd name="connsiteY1" fmla="*/ 0 h 2607801"/>
              <a:gd name="connsiteX2" fmla="*/ 989659 w 3870176"/>
              <a:gd name="connsiteY2" fmla="*/ 0 h 2607801"/>
              <a:gd name="connsiteX3" fmla="*/ 1465138 w 3870176"/>
              <a:gd name="connsiteY3" fmla="*/ 0 h 2607801"/>
              <a:gd name="connsiteX4" fmla="*/ 2095424 w 3870176"/>
              <a:gd name="connsiteY4" fmla="*/ 0 h 2607801"/>
              <a:gd name="connsiteX5" fmla="*/ 2725710 w 3870176"/>
              <a:gd name="connsiteY5" fmla="*/ 0 h 2607801"/>
              <a:gd name="connsiteX6" fmla="*/ 3162487 w 3870176"/>
              <a:gd name="connsiteY6" fmla="*/ 0 h 2607801"/>
              <a:gd name="connsiteX7" fmla="*/ 3870176 w 3870176"/>
              <a:gd name="connsiteY7" fmla="*/ 0 h 2607801"/>
              <a:gd name="connsiteX8" fmla="*/ 3870176 w 3870176"/>
              <a:gd name="connsiteY8" fmla="*/ 573716 h 2607801"/>
              <a:gd name="connsiteX9" fmla="*/ 3870176 w 3870176"/>
              <a:gd name="connsiteY9" fmla="*/ 1095276 h 2607801"/>
              <a:gd name="connsiteX10" fmla="*/ 3870176 w 3870176"/>
              <a:gd name="connsiteY10" fmla="*/ 1538603 h 2607801"/>
              <a:gd name="connsiteX11" fmla="*/ 3870176 w 3870176"/>
              <a:gd name="connsiteY11" fmla="*/ 2034085 h 2607801"/>
              <a:gd name="connsiteX12" fmla="*/ 3870176 w 3870176"/>
              <a:gd name="connsiteY12" fmla="*/ 2607801 h 2607801"/>
              <a:gd name="connsiteX13" fmla="*/ 3239890 w 3870176"/>
              <a:gd name="connsiteY13" fmla="*/ 2607801 h 2607801"/>
              <a:gd name="connsiteX14" fmla="*/ 2609604 w 3870176"/>
              <a:gd name="connsiteY14" fmla="*/ 2607801 h 2607801"/>
              <a:gd name="connsiteX15" fmla="*/ 2095424 w 3870176"/>
              <a:gd name="connsiteY15" fmla="*/ 2607801 h 2607801"/>
              <a:gd name="connsiteX16" fmla="*/ 1503840 w 3870176"/>
              <a:gd name="connsiteY16" fmla="*/ 2607801 h 2607801"/>
              <a:gd name="connsiteX17" fmla="*/ 950958 w 3870176"/>
              <a:gd name="connsiteY17" fmla="*/ 2607801 h 2607801"/>
              <a:gd name="connsiteX18" fmla="*/ 0 w 3870176"/>
              <a:gd name="connsiteY18" fmla="*/ 2607801 h 2607801"/>
              <a:gd name="connsiteX19" fmla="*/ 0 w 3870176"/>
              <a:gd name="connsiteY19" fmla="*/ 2112319 h 2607801"/>
              <a:gd name="connsiteX20" fmla="*/ 0 w 3870176"/>
              <a:gd name="connsiteY20" fmla="*/ 1616837 h 2607801"/>
              <a:gd name="connsiteX21" fmla="*/ 0 w 3870176"/>
              <a:gd name="connsiteY21" fmla="*/ 1043120 h 2607801"/>
              <a:gd name="connsiteX22" fmla="*/ 0 w 3870176"/>
              <a:gd name="connsiteY22" fmla="*/ 547638 h 2607801"/>
              <a:gd name="connsiteX23" fmla="*/ 0 w 3870176"/>
              <a:gd name="connsiteY23" fmla="*/ 0 h 2607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70176" h="2607801" fill="none" extrusionOk="0">
                <a:moveTo>
                  <a:pt x="0" y="0"/>
                </a:moveTo>
                <a:cubicBezTo>
                  <a:pt x="128234" y="-18811"/>
                  <a:pt x="349421" y="22186"/>
                  <a:pt x="514181" y="0"/>
                </a:cubicBezTo>
                <a:cubicBezTo>
                  <a:pt x="678941" y="-22186"/>
                  <a:pt x="799740" y="4567"/>
                  <a:pt x="989659" y="0"/>
                </a:cubicBezTo>
                <a:cubicBezTo>
                  <a:pt x="1179578" y="-4567"/>
                  <a:pt x="1331090" y="15388"/>
                  <a:pt x="1465138" y="0"/>
                </a:cubicBezTo>
                <a:cubicBezTo>
                  <a:pt x="1599186" y="-15388"/>
                  <a:pt x="1793496" y="66303"/>
                  <a:pt x="2095424" y="0"/>
                </a:cubicBezTo>
                <a:cubicBezTo>
                  <a:pt x="2397352" y="-66303"/>
                  <a:pt x="2492109" y="14363"/>
                  <a:pt x="2725710" y="0"/>
                </a:cubicBezTo>
                <a:cubicBezTo>
                  <a:pt x="2959311" y="-14363"/>
                  <a:pt x="3014691" y="39991"/>
                  <a:pt x="3162487" y="0"/>
                </a:cubicBezTo>
                <a:cubicBezTo>
                  <a:pt x="3310283" y="-39991"/>
                  <a:pt x="3616820" y="19061"/>
                  <a:pt x="3870176" y="0"/>
                </a:cubicBezTo>
                <a:cubicBezTo>
                  <a:pt x="3873102" y="150650"/>
                  <a:pt x="3805828" y="297014"/>
                  <a:pt x="3870176" y="573716"/>
                </a:cubicBezTo>
                <a:cubicBezTo>
                  <a:pt x="3934524" y="850418"/>
                  <a:pt x="3866912" y="965762"/>
                  <a:pt x="3870176" y="1095276"/>
                </a:cubicBezTo>
                <a:cubicBezTo>
                  <a:pt x="3873440" y="1224790"/>
                  <a:pt x="3832316" y="1394192"/>
                  <a:pt x="3870176" y="1538603"/>
                </a:cubicBezTo>
                <a:cubicBezTo>
                  <a:pt x="3908036" y="1683014"/>
                  <a:pt x="3817015" y="1859116"/>
                  <a:pt x="3870176" y="2034085"/>
                </a:cubicBezTo>
                <a:cubicBezTo>
                  <a:pt x="3923337" y="2209054"/>
                  <a:pt x="3864400" y="2440196"/>
                  <a:pt x="3870176" y="2607801"/>
                </a:cubicBezTo>
                <a:cubicBezTo>
                  <a:pt x="3567436" y="2677539"/>
                  <a:pt x="3434951" y="2596050"/>
                  <a:pt x="3239890" y="2607801"/>
                </a:cubicBezTo>
                <a:cubicBezTo>
                  <a:pt x="3044829" y="2619552"/>
                  <a:pt x="2847555" y="2577805"/>
                  <a:pt x="2609604" y="2607801"/>
                </a:cubicBezTo>
                <a:cubicBezTo>
                  <a:pt x="2371653" y="2637797"/>
                  <a:pt x="2218466" y="2551116"/>
                  <a:pt x="2095424" y="2607801"/>
                </a:cubicBezTo>
                <a:cubicBezTo>
                  <a:pt x="1972382" y="2664486"/>
                  <a:pt x="1679607" y="2602613"/>
                  <a:pt x="1503840" y="2607801"/>
                </a:cubicBezTo>
                <a:cubicBezTo>
                  <a:pt x="1328073" y="2612989"/>
                  <a:pt x="1152655" y="2586977"/>
                  <a:pt x="950958" y="2607801"/>
                </a:cubicBezTo>
                <a:cubicBezTo>
                  <a:pt x="749261" y="2628625"/>
                  <a:pt x="406897" y="2555005"/>
                  <a:pt x="0" y="2607801"/>
                </a:cubicBezTo>
                <a:cubicBezTo>
                  <a:pt x="-48650" y="2373881"/>
                  <a:pt x="6581" y="2329162"/>
                  <a:pt x="0" y="2112319"/>
                </a:cubicBezTo>
                <a:cubicBezTo>
                  <a:pt x="-6581" y="1895476"/>
                  <a:pt x="47962" y="1843441"/>
                  <a:pt x="0" y="1616837"/>
                </a:cubicBezTo>
                <a:cubicBezTo>
                  <a:pt x="-47962" y="1390233"/>
                  <a:pt x="52457" y="1185452"/>
                  <a:pt x="0" y="1043120"/>
                </a:cubicBezTo>
                <a:cubicBezTo>
                  <a:pt x="-52457" y="900788"/>
                  <a:pt x="44900" y="738887"/>
                  <a:pt x="0" y="547638"/>
                </a:cubicBezTo>
                <a:cubicBezTo>
                  <a:pt x="-44900" y="356389"/>
                  <a:pt x="28996" y="244766"/>
                  <a:pt x="0" y="0"/>
                </a:cubicBezTo>
                <a:close/>
              </a:path>
              <a:path w="3870176" h="2607801" stroke="0" extrusionOk="0">
                <a:moveTo>
                  <a:pt x="0" y="0"/>
                </a:moveTo>
                <a:cubicBezTo>
                  <a:pt x="238759" y="-33041"/>
                  <a:pt x="365634" y="64061"/>
                  <a:pt x="552882" y="0"/>
                </a:cubicBezTo>
                <a:cubicBezTo>
                  <a:pt x="740130" y="-64061"/>
                  <a:pt x="844010" y="18511"/>
                  <a:pt x="1067063" y="0"/>
                </a:cubicBezTo>
                <a:cubicBezTo>
                  <a:pt x="1290116" y="-18511"/>
                  <a:pt x="1422656" y="56923"/>
                  <a:pt x="1581243" y="0"/>
                </a:cubicBezTo>
                <a:cubicBezTo>
                  <a:pt x="1739830" y="-56923"/>
                  <a:pt x="1844313" y="24648"/>
                  <a:pt x="2018020" y="0"/>
                </a:cubicBezTo>
                <a:cubicBezTo>
                  <a:pt x="2191727" y="-24648"/>
                  <a:pt x="2253903" y="39368"/>
                  <a:pt x="2454797" y="0"/>
                </a:cubicBezTo>
                <a:cubicBezTo>
                  <a:pt x="2655691" y="-39368"/>
                  <a:pt x="2796557" y="42701"/>
                  <a:pt x="3007680" y="0"/>
                </a:cubicBezTo>
                <a:cubicBezTo>
                  <a:pt x="3218803" y="-42701"/>
                  <a:pt x="3637696" y="48626"/>
                  <a:pt x="3870176" y="0"/>
                </a:cubicBezTo>
                <a:cubicBezTo>
                  <a:pt x="3913561" y="143211"/>
                  <a:pt x="3841411" y="284288"/>
                  <a:pt x="3870176" y="495482"/>
                </a:cubicBezTo>
                <a:cubicBezTo>
                  <a:pt x="3898941" y="706676"/>
                  <a:pt x="3857235" y="862138"/>
                  <a:pt x="3870176" y="1069198"/>
                </a:cubicBezTo>
                <a:cubicBezTo>
                  <a:pt x="3883117" y="1276258"/>
                  <a:pt x="3852287" y="1305391"/>
                  <a:pt x="3870176" y="1538603"/>
                </a:cubicBezTo>
                <a:cubicBezTo>
                  <a:pt x="3888065" y="1771815"/>
                  <a:pt x="3835832" y="1839762"/>
                  <a:pt x="3870176" y="2060163"/>
                </a:cubicBezTo>
                <a:cubicBezTo>
                  <a:pt x="3904520" y="2280564"/>
                  <a:pt x="3851705" y="2369005"/>
                  <a:pt x="3870176" y="2607801"/>
                </a:cubicBezTo>
                <a:cubicBezTo>
                  <a:pt x="3735488" y="2654371"/>
                  <a:pt x="3510903" y="2553494"/>
                  <a:pt x="3355995" y="2607801"/>
                </a:cubicBezTo>
                <a:cubicBezTo>
                  <a:pt x="3201087" y="2662108"/>
                  <a:pt x="3012524" y="2598012"/>
                  <a:pt x="2841815" y="2607801"/>
                </a:cubicBezTo>
                <a:cubicBezTo>
                  <a:pt x="2671106" y="2617590"/>
                  <a:pt x="2617371" y="2598897"/>
                  <a:pt x="2405038" y="2607801"/>
                </a:cubicBezTo>
                <a:cubicBezTo>
                  <a:pt x="2192705" y="2616705"/>
                  <a:pt x="2139287" y="2605121"/>
                  <a:pt x="1968261" y="2607801"/>
                </a:cubicBezTo>
                <a:cubicBezTo>
                  <a:pt x="1797235" y="2610481"/>
                  <a:pt x="1741176" y="2571700"/>
                  <a:pt x="1531484" y="2607801"/>
                </a:cubicBezTo>
                <a:cubicBezTo>
                  <a:pt x="1321792" y="2643902"/>
                  <a:pt x="1220930" y="2603434"/>
                  <a:pt x="1056005" y="2607801"/>
                </a:cubicBezTo>
                <a:cubicBezTo>
                  <a:pt x="891080" y="2612168"/>
                  <a:pt x="757015" y="2601041"/>
                  <a:pt x="619228" y="2607801"/>
                </a:cubicBezTo>
                <a:cubicBezTo>
                  <a:pt x="481441" y="2614561"/>
                  <a:pt x="206519" y="2544203"/>
                  <a:pt x="0" y="2607801"/>
                </a:cubicBezTo>
                <a:cubicBezTo>
                  <a:pt x="-49717" y="2417239"/>
                  <a:pt x="4949" y="2304687"/>
                  <a:pt x="0" y="2164475"/>
                </a:cubicBezTo>
                <a:cubicBezTo>
                  <a:pt x="-4949" y="2024263"/>
                  <a:pt x="3570" y="1835790"/>
                  <a:pt x="0" y="1616837"/>
                </a:cubicBezTo>
                <a:cubicBezTo>
                  <a:pt x="-3570" y="1397884"/>
                  <a:pt x="50274" y="1310272"/>
                  <a:pt x="0" y="1121354"/>
                </a:cubicBezTo>
                <a:cubicBezTo>
                  <a:pt x="-50274" y="932436"/>
                  <a:pt x="4932" y="876610"/>
                  <a:pt x="0" y="678028"/>
                </a:cubicBezTo>
                <a:cubicBezTo>
                  <a:pt x="-4932" y="479446"/>
                  <a:pt x="49915" y="212697"/>
                  <a:pt x="0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  <a:alpha val="79000"/>
            </a:schemeClr>
          </a:solidFill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217378430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속초바다 돋움 TTF" panose="02030903000000000000" pitchFamily="18" charset="-127"/>
                <a:ea typeface="속초바다 돋움 TTF" panose="02030903000000000000" pitchFamily="18" charset="-127"/>
              </a:rPr>
              <a:t>2025</a:t>
            </a:r>
            <a:r>
              <a:rPr lang="ko-KR" altLang="en-US" sz="1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속초바다 돋움 TTF" panose="02030903000000000000" pitchFamily="18" charset="-127"/>
                <a:ea typeface="속초바다 돋움 TTF" panose="02030903000000000000" pitchFamily="18" charset="-127"/>
              </a:rPr>
              <a:t> 전교인 수련회</a:t>
            </a:r>
            <a:endParaRPr lang="en-US" altLang="ko-KR" sz="16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속초바다 돋움 TTF" panose="02030903000000000000" pitchFamily="18" charset="-127"/>
              <a:ea typeface="속초바다 돋움 TTF" panose="02030903000000000000" pitchFamily="18" charset="-127"/>
            </a:endParaRPr>
          </a:p>
          <a:p>
            <a:pPr algn="ctr"/>
            <a:r>
              <a:rPr lang="en-US" altLang="ko-KR" sz="24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schemeClr val="tx2"/>
                  </a:outerShdw>
                </a:effectLst>
                <a:latin typeface="속초바다 돋움 TTF" panose="02030903000000000000" pitchFamily="18" charset="-127"/>
                <a:ea typeface="속초바다 돋움 TTF" panose="02030903000000000000" pitchFamily="18" charset="-127"/>
              </a:rPr>
              <a:t>- </a:t>
            </a:r>
            <a:r>
              <a:rPr lang="ko-KR" altLang="en-US" sz="24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schemeClr val="tx2"/>
                  </a:outerShdw>
                </a:effectLst>
                <a:latin typeface="속초바다 돋움 TTF" panose="02030903000000000000" pitchFamily="18" charset="-127"/>
                <a:ea typeface="속초바다 돋움 TTF" panose="02030903000000000000" pitchFamily="18" charset="-127"/>
              </a:rPr>
              <a:t>수련회 장소 안내 </a:t>
            </a:r>
            <a:r>
              <a:rPr lang="en-US" altLang="ko-KR" sz="24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schemeClr val="tx2"/>
                  </a:outerShdw>
                </a:effectLst>
                <a:latin typeface="속초바다 돋움 TTF" panose="02030903000000000000" pitchFamily="18" charset="-127"/>
                <a:ea typeface="속초바다 돋움 TTF" panose="02030903000000000000" pitchFamily="18" charset="-127"/>
              </a:rPr>
              <a:t>–</a:t>
            </a:r>
          </a:p>
          <a:p>
            <a:pPr marL="285750" indent="-180000">
              <a:lnSpc>
                <a:spcPts val="2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장소 </a:t>
            </a:r>
            <a:r>
              <a:rPr lang="en-US" altLang="ko-KR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: </a:t>
            </a:r>
            <a:r>
              <a:rPr lang="ko-KR" altLang="en-US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부여 청소년 수련원</a:t>
            </a:r>
            <a:br>
              <a:rPr lang="en-US" altLang="ko-KR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</a:br>
            <a:r>
              <a:rPr lang="en-US" altLang="ko-KR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(</a:t>
            </a:r>
            <a:r>
              <a:rPr lang="ko-KR" altLang="en-US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충남 부여군 </a:t>
            </a:r>
            <a:r>
              <a:rPr lang="ko-KR" altLang="en-US" sz="1200" dirty="0" err="1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충화면</a:t>
            </a:r>
            <a:r>
              <a:rPr lang="ko-KR" altLang="en-US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 </a:t>
            </a:r>
            <a:r>
              <a:rPr lang="ko-KR" altLang="en-US" sz="1200" dirty="0" err="1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충신로</a:t>
            </a:r>
            <a:r>
              <a:rPr lang="ko-KR" altLang="en-US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 </a:t>
            </a:r>
            <a:r>
              <a:rPr lang="en-US" altLang="ko-KR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618)</a:t>
            </a:r>
          </a:p>
          <a:p>
            <a:pPr marL="285750" indent="-180000">
              <a:lnSpc>
                <a:spcPts val="2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주차장은 수련원 길 건너편에 있습니다</a:t>
            </a:r>
            <a:r>
              <a:rPr lang="en-US" altLang="ko-KR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.</a:t>
            </a:r>
            <a:br>
              <a:rPr lang="en-US" altLang="ko-KR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</a:br>
            <a:r>
              <a:rPr lang="ko-KR" altLang="en-US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짐이 많으신 경우 건물 입구에 짐을 놓고 차는 주차장으로 이동해주세요</a:t>
            </a:r>
            <a:r>
              <a:rPr lang="en-US" altLang="ko-KR" sz="120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rPr>
              <a:t>.</a:t>
            </a:r>
          </a:p>
          <a:p>
            <a:pPr marL="285750" indent="-180000">
              <a:lnSpc>
                <a:spcPts val="2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ln w="0">
                  <a:noFill/>
                </a:ln>
                <a:solidFill>
                  <a:srgbClr val="C00000"/>
                </a:solidFill>
                <a:latin typeface="감탄로드바탕체 Bold TTF" pitchFamily="2" charset="-127"/>
                <a:ea typeface="감탄로드바탕체 Bold TTF" pitchFamily="2" charset="-127"/>
              </a:rPr>
              <a:t>물놀이</a:t>
            </a:r>
            <a:r>
              <a:rPr lang="en-US" altLang="ko-KR" sz="1200" dirty="0">
                <a:ln w="0">
                  <a:noFill/>
                </a:ln>
                <a:solidFill>
                  <a:srgbClr val="C00000"/>
                </a:solidFill>
                <a:latin typeface="감탄로드바탕체 Bold TTF" pitchFamily="2" charset="-127"/>
                <a:ea typeface="감탄로드바탕체 Bold TTF" pitchFamily="2" charset="-127"/>
              </a:rPr>
              <a:t> </a:t>
            </a:r>
            <a:r>
              <a:rPr lang="ko-KR" altLang="en-US" sz="1200" dirty="0">
                <a:ln w="0">
                  <a:noFill/>
                </a:ln>
                <a:solidFill>
                  <a:srgbClr val="C00000"/>
                </a:solidFill>
                <a:latin typeface="감탄로드바탕체 Bold TTF" pitchFamily="2" charset="-127"/>
                <a:ea typeface="감탄로드바탕체 Bold TTF" pitchFamily="2" charset="-127"/>
              </a:rPr>
              <a:t>후 숙소에 짐을 풀고 오후</a:t>
            </a:r>
            <a:r>
              <a:rPr lang="en-US" altLang="ko-KR" sz="1200" dirty="0">
                <a:ln w="0">
                  <a:noFill/>
                </a:ln>
                <a:solidFill>
                  <a:srgbClr val="C00000"/>
                </a:solidFill>
                <a:latin typeface="감탄로드바탕체 Bold TTF" pitchFamily="2" charset="-127"/>
                <a:ea typeface="감탄로드바탕체 Bold TTF" pitchFamily="2" charset="-127"/>
              </a:rPr>
              <a:t>3</a:t>
            </a:r>
            <a:r>
              <a:rPr lang="ko-KR" altLang="en-US" sz="1200" dirty="0">
                <a:ln w="0">
                  <a:noFill/>
                </a:ln>
                <a:solidFill>
                  <a:srgbClr val="C00000"/>
                </a:solidFill>
                <a:latin typeface="감탄로드바탕체 Bold TTF" pitchFamily="2" charset="-127"/>
                <a:ea typeface="감탄로드바탕체 Bold TTF" pitchFamily="2" charset="-127"/>
              </a:rPr>
              <a:t>시까지 </a:t>
            </a:r>
            <a:r>
              <a:rPr lang="en-US" altLang="ko-KR" sz="1200" dirty="0">
                <a:ln w="0">
                  <a:noFill/>
                </a:ln>
                <a:solidFill>
                  <a:srgbClr val="C00000"/>
                </a:solidFill>
                <a:latin typeface="감탄로드바탕체 Bold TTF" pitchFamily="2" charset="-127"/>
                <a:ea typeface="감탄로드바탕체 Bold TTF" pitchFamily="2" charset="-127"/>
              </a:rPr>
              <a:t>2</a:t>
            </a:r>
            <a:r>
              <a:rPr lang="ko-KR" altLang="en-US" sz="1200" dirty="0">
                <a:ln w="0">
                  <a:noFill/>
                </a:ln>
                <a:solidFill>
                  <a:srgbClr val="C00000"/>
                </a:solidFill>
                <a:latin typeface="감탄로드바탕체 Bold TTF" pitchFamily="2" charset="-127"/>
                <a:ea typeface="감탄로드바탕체 Bold TTF" pitchFamily="2" charset="-127"/>
              </a:rPr>
              <a:t>층 강당으로 모여주세요</a:t>
            </a:r>
            <a:r>
              <a:rPr lang="en-US" altLang="ko-KR" sz="1200" dirty="0">
                <a:ln w="0">
                  <a:noFill/>
                </a:ln>
                <a:solidFill>
                  <a:srgbClr val="C00000"/>
                </a:solidFill>
                <a:latin typeface="감탄로드바탕체 Bold TTF" pitchFamily="2" charset="-127"/>
                <a:ea typeface="감탄로드바탕체 Bold TTF" pitchFamily="2" charset="-127"/>
              </a:rPr>
              <a:t>.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AB612326-7A57-41FA-C802-5811AE5E403B}"/>
              </a:ext>
            </a:extLst>
          </p:cNvPr>
          <p:cNvCxnSpPr>
            <a:cxnSpLocks/>
          </p:cNvCxnSpPr>
          <p:nvPr/>
        </p:nvCxnSpPr>
        <p:spPr>
          <a:xfrm>
            <a:off x="2577914" y="1402584"/>
            <a:ext cx="209949" cy="2985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114" name="잉크 113">
                <a:extLst>
                  <a:ext uri="{FF2B5EF4-FFF2-40B4-BE49-F238E27FC236}">
                    <a16:creationId xmlns:a16="http://schemas.microsoft.com/office/drawing/2014/main" id="{4598CCD6-BC55-DDCB-2F5A-18C6D1390B20}"/>
                  </a:ext>
                </a:extLst>
              </p14:cNvPr>
              <p14:cNvContentPartPr/>
              <p14:nvPr/>
            </p14:nvContentPartPr>
            <p14:xfrm>
              <a:off x="1663105" y="2944351"/>
              <a:ext cx="1460880" cy="2289240"/>
            </p14:xfrm>
          </p:contentPart>
        </mc:Choice>
        <mc:Fallback xmlns="">
          <p:pic>
            <p:nvPicPr>
              <p:cNvPr id="114" name="잉크 113">
                <a:extLst>
                  <a:ext uri="{FF2B5EF4-FFF2-40B4-BE49-F238E27FC236}">
                    <a16:creationId xmlns:a16="http://schemas.microsoft.com/office/drawing/2014/main" id="{4598CCD6-BC55-DDCB-2F5A-18C6D1390B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00465" y="2566711"/>
                <a:ext cx="1586520" cy="30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116" name="잉크 115">
                <a:extLst>
                  <a:ext uri="{FF2B5EF4-FFF2-40B4-BE49-F238E27FC236}">
                    <a16:creationId xmlns:a16="http://schemas.microsoft.com/office/drawing/2014/main" id="{05C280A6-384F-BFF3-6A74-9F1B4905108E}"/>
                  </a:ext>
                </a:extLst>
              </p14:cNvPr>
              <p14:cNvContentPartPr/>
              <p14:nvPr/>
            </p14:nvContentPartPr>
            <p14:xfrm>
              <a:off x="3008785" y="5035231"/>
              <a:ext cx="171720" cy="195840"/>
            </p14:xfrm>
          </p:contentPart>
        </mc:Choice>
        <mc:Fallback xmlns="">
          <p:pic>
            <p:nvPicPr>
              <p:cNvPr id="116" name="잉크 115">
                <a:extLst>
                  <a:ext uri="{FF2B5EF4-FFF2-40B4-BE49-F238E27FC236}">
                    <a16:creationId xmlns:a16="http://schemas.microsoft.com/office/drawing/2014/main" id="{05C280A6-384F-BFF3-6A74-9F1B4905108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45785" y="4657231"/>
                <a:ext cx="297360" cy="9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117" name="잉크 116">
                <a:extLst>
                  <a:ext uri="{FF2B5EF4-FFF2-40B4-BE49-F238E27FC236}">
                    <a16:creationId xmlns:a16="http://schemas.microsoft.com/office/drawing/2014/main" id="{EC3F00E9-DB57-C88A-BC4F-B88C2725B72C}"/>
                  </a:ext>
                </a:extLst>
              </p14:cNvPr>
              <p14:cNvContentPartPr/>
              <p14:nvPr/>
            </p14:nvContentPartPr>
            <p14:xfrm>
              <a:off x="2864065" y="5241151"/>
              <a:ext cx="273240" cy="23400"/>
            </p14:xfrm>
          </p:contentPart>
        </mc:Choice>
        <mc:Fallback xmlns="">
          <p:pic>
            <p:nvPicPr>
              <p:cNvPr id="117" name="잉크 116">
                <a:extLst>
                  <a:ext uri="{FF2B5EF4-FFF2-40B4-BE49-F238E27FC236}">
                    <a16:creationId xmlns:a16="http://schemas.microsoft.com/office/drawing/2014/main" id="{EC3F00E9-DB57-C88A-BC4F-B88C2725B72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01425" y="4863151"/>
                <a:ext cx="398880" cy="779040"/>
              </a:xfrm>
              <a:prstGeom prst="rect">
                <a:avLst/>
              </a:prstGeom>
            </p:spPr>
          </p:pic>
        </mc:Fallback>
      </mc:AlternateContent>
      <p:sp>
        <p:nvSpPr>
          <p:cNvPr id="133" name="TextBox 132">
            <a:extLst>
              <a:ext uri="{FF2B5EF4-FFF2-40B4-BE49-F238E27FC236}">
                <a16:creationId xmlns:a16="http://schemas.microsoft.com/office/drawing/2014/main" id="{294ED053-C667-41AA-0AE9-FB8B34CFE93F}"/>
              </a:ext>
            </a:extLst>
          </p:cNvPr>
          <p:cNvSpPr txBox="1"/>
          <p:nvPr/>
        </p:nvSpPr>
        <p:spPr>
          <a:xfrm>
            <a:off x="1768507" y="3805125"/>
            <a:ext cx="219162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b="1" dirty="0">
                <a:ln w="12700">
                  <a:noFill/>
                  <a:prstDash val="solid"/>
                </a:ln>
                <a:pattFill prst="lgConfetti">
                  <a:fgClr>
                    <a:schemeClr val="bg1"/>
                  </a:fgClr>
                  <a:bgClr>
                    <a:srgbClr val="2D94B3"/>
                  </a:bgClr>
                </a:pattFill>
                <a:latin typeface="속초바다 손글씨 TTF" panose="03000603000000000000" pitchFamily="65" charset="-127"/>
                <a:ea typeface="속초바다 손글씨 TTF" panose="03000603000000000000" pitchFamily="65" charset="-127"/>
              </a:rPr>
              <a:t>산책로 가 좋아요❤</a:t>
            </a:r>
          </a:p>
        </p:txBody>
      </p:sp>
    </p:spTree>
    <p:extLst>
      <p:ext uri="{BB962C8B-B14F-4D97-AF65-F5344CB8AC3E}">
        <p14:creationId xmlns:p14="http://schemas.microsoft.com/office/powerpoint/2010/main" val="24147492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53FE06CB-EABD-BD47-CEE3-B5753ECBCA08}"/>
              </a:ext>
            </a:extLst>
          </p:cNvPr>
          <p:cNvGrpSpPr/>
          <p:nvPr/>
        </p:nvGrpSpPr>
        <p:grpSpPr>
          <a:xfrm>
            <a:off x="395536" y="188640"/>
            <a:ext cx="4104456" cy="6696744"/>
            <a:chOff x="2771800" y="188640"/>
            <a:chExt cx="4104456" cy="6696744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25E11DC-BBC9-C19B-A21B-AF0BEC0E4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2622" t="10504" r="37613" b="690"/>
            <a:stretch>
              <a:fillRect/>
            </a:stretch>
          </p:blipFill>
          <p:spPr>
            <a:xfrm>
              <a:off x="2771800" y="188640"/>
              <a:ext cx="4104456" cy="6696744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37AFC910-3DAA-95AB-61C4-D48C52A933ED}"/>
                </a:ext>
              </a:extLst>
            </p:cNvPr>
            <p:cNvSpPr/>
            <p:nvPr/>
          </p:nvSpPr>
          <p:spPr>
            <a:xfrm rot="15702312">
              <a:off x="4050018" y="2728820"/>
              <a:ext cx="209140" cy="868515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0BE0076-84F5-7D84-9263-6974EB3D304D}"/>
                </a:ext>
              </a:extLst>
            </p:cNvPr>
            <p:cNvSpPr txBox="1"/>
            <p:nvPr/>
          </p:nvSpPr>
          <p:spPr>
            <a:xfrm>
              <a:off x="4277330" y="2473732"/>
              <a:ext cx="81945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800" b="1" dirty="0">
                  <a:ln w="22225">
                    <a:solidFill>
                      <a:srgbClr val="FF0000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감탄로드탄탄체 TTF" pitchFamily="2" charset="-127"/>
                  <a:ea typeface="감탄로드탄탄체 TTF" pitchFamily="2" charset="-127"/>
                </a:rPr>
                <a:t>주차</a:t>
              </a:r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C7EF5229-5AC2-96A7-AEC0-5DA5AE879F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69827" y="2852936"/>
              <a:ext cx="207503" cy="13269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E6F06CA-9BD6-C44E-896E-B46CB37FB4A9}"/>
                </a:ext>
              </a:extLst>
            </p:cNvPr>
            <p:cNvSpPr/>
            <p:nvPr/>
          </p:nvSpPr>
          <p:spPr>
            <a:xfrm rot="16936698">
              <a:off x="4983749" y="2794956"/>
              <a:ext cx="227025" cy="833573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7FF07EA-E8BC-A566-2D0B-93530D650278}"/>
                </a:ext>
              </a:extLst>
            </p:cNvPr>
            <p:cNvSpPr/>
            <p:nvPr/>
          </p:nvSpPr>
          <p:spPr>
            <a:xfrm>
              <a:off x="3023972" y="260647"/>
              <a:ext cx="3609365" cy="2212757"/>
            </a:xfrm>
            <a:custGeom>
              <a:avLst/>
              <a:gdLst>
                <a:gd name="connsiteX0" fmla="*/ 0 w 3609365"/>
                <a:gd name="connsiteY0" fmla="*/ 0 h 2212757"/>
                <a:gd name="connsiteX1" fmla="*/ 407343 w 3609365"/>
                <a:gd name="connsiteY1" fmla="*/ 0 h 2212757"/>
                <a:gd name="connsiteX2" fmla="*/ 959060 w 3609365"/>
                <a:gd name="connsiteY2" fmla="*/ 0 h 2212757"/>
                <a:gd name="connsiteX3" fmla="*/ 1366402 w 3609365"/>
                <a:gd name="connsiteY3" fmla="*/ 0 h 2212757"/>
                <a:gd name="connsiteX4" fmla="*/ 1809839 w 3609365"/>
                <a:gd name="connsiteY4" fmla="*/ 0 h 2212757"/>
                <a:gd name="connsiteX5" fmla="*/ 2253275 w 3609365"/>
                <a:gd name="connsiteY5" fmla="*/ 0 h 2212757"/>
                <a:gd name="connsiteX6" fmla="*/ 2841086 w 3609365"/>
                <a:gd name="connsiteY6" fmla="*/ 0 h 2212757"/>
                <a:gd name="connsiteX7" fmla="*/ 3609365 w 3609365"/>
                <a:gd name="connsiteY7" fmla="*/ 0 h 2212757"/>
                <a:gd name="connsiteX8" fmla="*/ 3609365 w 3609365"/>
                <a:gd name="connsiteY8" fmla="*/ 486807 h 2212757"/>
                <a:gd name="connsiteX9" fmla="*/ 3609365 w 3609365"/>
                <a:gd name="connsiteY9" fmla="*/ 1017868 h 2212757"/>
                <a:gd name="connsiteX10" fmla="*/ 3609365 w 3609365"/>
                <a:gd name="connsiteY10" fmla="*/ 1526802 h 2212757"/>
                <a:gd name="connsiteX11" fmla="*/ 3609365 w 3609365"/>
                <a:gd name="connsiteY11" fmla="*/ 2212757 h 2212757"/>
                <a:gd name="connsiteX12" fmla="*/ 3202022 w 3609365"/>
                <a:gd name="connsiteY12" fmla="*/ 2212757 h 2212757"/>
                <a:gd name="connsiteX13" fmla="*/ 2686399 w 3609365"/>
                <a:gd name="connsiteY13" fmla="*/ 2212757 h 2212757"/>
                <a:gd name="connsiteX14" fmla="*/ 2134682 w 3609365"/>
                <a:gd name="connsiteY14" fmla="*/ 2212757 h 2212757"/>
                <a:gd name="connsiteX15" fmla="*/ 1582964 w 3609365"/>
                <a:gd name="connsiteY15" fmla="*/ 2212757 h 2212757"/>
                <a:gd name="connsiteX16" fmla="*/ 995153 w 3609365"/>
                <a:gd name="connsiteY16" fmla="*/ 2212757 h 2212757"/>
                <a:gd name="connsiteX17" fmla="*/ 515624 w 3609365"/>
                <a:gd name="connsiteY17" fmla="*/ 2212757 h 2212757"/>
                <a:gd name="connsiteX18" fmla="*/ 0 w 3609365"/>
                <a:gd name="connsiteY18" fmla="*/ 2212757 h 2212757"/>
                <a:gd name="connsiteX19" fmla="*/ 0 w 3609365"/>
                <a:gd name="connsiteY19" fmla="*/ 1659568 h 2212757"/>
                <a:gd name="connsiteX20" fmla="*/ 0 w 3609365"/>
                <a:gd name="connsiteY20" fmla="*/ 1106379 h 2212757"/>
                <a:gd name="connsiteX21" fmla="*/ 0 w 3609365"/>
                <a:gd name="connsiteY21" fmla="*/ 553189 h 2212757"/>
                <a:gd name="connsiteX22" fmla="*/ 0 w 3609365"/>
                <a:gd name="connsiteY22" fmla="*/ 0 h 2212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09365" h="2212757" fill="none" extrusionOk="0">
                  <a:moveTo>
                    <a:pt x="0" y="0"/>
                  </a:moveTo>
                  <a:cubicBezTo>
                    <a:pt x="91188" y="-20535"/>
                    <a:pt x="204156" y="38299"/>
                    <a:pt x="407343" y="0"/>
                  </a:cubicBezTo>
                  <a:cubicBezTo>
                    <a:pt x="610530" y="-38299"/>
                    <a:pt x="722749" y="51883"/>
                    <a:pt x="959060" y="0"/>
                  </a:cubicBezTo>
                  <a:cubicBezTo>
                    <a:pt x="1195371" y="-51883"/>
                    <a:pt x="1188142" y="9998"/>
                    <a:pt x="1366402" y="0"/>
                  </a:cubicBezTo>
                  <a:cubicBezTo>
                    <a:pt x="1544662" y="-9998"/>
                    <a:pt x="1632024" y="20949"/>
                    <a:pt x="1809839" y="0"/>
                  </a:cubicBezTo>
                  <a:cubicBezTo>
                    <a:pt x="1987654" y="-20949"/>
                    <a:pt x="2140647" y="5945"/>
                    <a:pt x="2253275" y="0"/>
                  </a:cubicBezTo>
                  <a:cubicBezTo>
                    <a:pt x="2365903" y="-5945"/>
                    <a:pt x="2633219" y="17811"/>
                    <a:pt x="2841086" y="0"/>
                  </a:cubicBezTo>
                  <a:cubicBezTo>
                    <a:pt x="3048953" y="-17811"/>
                    <a:pt x="3264236" y="68030"/>
                    <a:pt x="3609365" y="0"/>
                  </a:cubicBezTo>
                  <a:cubicBezTo>
                    <a:pt x="3641886" y="206870"/>
                    <a:pt x="3594425" y="323442"/>
                    <a:pt x="3609365" y="486807"/>
                  </a:cubicBezTo>
                  <a:cubicBezTo>
                    <a:pt x="3624305" y="650172"/>
                    <a:pt x="3578400" y="830664"/>
                    <a:pt x="3609365" y="1017868"/>
                  </a:cubicBezTo>
                  <a:cubicBezTo>
                    <a:pt x="3640330" y="1205072"/>
                    <a:pt x="3606316" y="1298850"/>
                    <a:pt x="3609365" y="1526802"/>
                  </a:cubicBezTo>
                  <a:cubicBezTo>
                    <a:pt x="3612414" y="1754754"/>
                    <a:pt x="3538365" y="1925054"/>
                    <a:pt x="3609365" y="2212757"/>
                  </a:cubicBezTo>
                  <a:cubicBezTo>
                    <a:pt x="3447153" y="2250568"/>
                    <a:pt x="3403360" y="2165527"/>
                    <a:pt x="3202022" y="2212757"/>
                  </a:cubicBezTo>
                  <a:cubicBezTo>
                    <a:pt x="3000684" y="2259987"/>
                    <a:pt x="2940807" y="2181972"/>
                    <a:pt x="2686399" y="2212757"/>
                  </a:cubicBezTo>
                  <a:cubicBezTo>
                    <a:pt x="2431991" y="2243542"/>
                    <a:pt x="2247742" y="2197373"/>
                    <a:pt x="2134682" y="2212757"/>
                  </a:cubicBezTo>
                  <a:cubicBezTo>
                    <a:pt x="2021622" y="2228141"/>
                    <a:pt x="1763706" y="2156425"/>
                    <a:pt x="1582964" y="2212757"/>
                  </a:cubicBezTo>
                  <a:cubicBezTo>
                    <a:pt x="1402222" y="2269089"/>
                    <a:pt x="1156604" y="2196907"/>
                    <a:pt x="995153" y="2212757"/>
                  </a:cubicBezTo>
                  <a:cubicBezTo>
                    <a:pt x="833702" y="2228607"/>
                    <a:pt x="646271" y="2208513"/>
                    <a:pt x="515624" y="2212757"/>
                  </a:cubicBezTo>
                  <a:cubicBezTo>
                    <a:pt x="384977" y="2217001"/>
                    <a:pt x="105640" y="2185966"/>
                    <a:pt x="0" y="2212757"/>
                  </a:cubicBezTo>
                  <a:cubicBezTo>
                    <a:pt x="-46448" y="1992646"/>
                    <a:pt x="28589" y="1913939"/>
                    <a:pt x="0" y="1659568"/>
                  </a:cubicBezTo>
                  <a:cubicBezTo>
                    <a:pt x="-28589" y="1405197"/>
                    <a:pt x="61093" y="1229077"/>
                    <a:pt x="0" y="1106379"/>
                  </a:cubicBezTo>
                  <a:cubicBezTo>
                    <a:pt x="-61093" y="983681"/>
                    <a:pt x="31524" y="762942"/>
                    <a:pt x="0" y="553189"/>
                  </a:cubicBezTo>
                  <a:cubicBezTo>
                    <a:pt x="-31524" y="343436"/>
                    <a:pt x="9647" y="223715"/>
                    <a:pt x="0" y="0"/>
                  </a:cubicBezTo>
                  <a:close/>
                </a:path>
                <a:path w="3609365" h="2212757" stroke="0" extrusionOk="0">
                  <a:moveTo>
                    <a:pt x="0" y="0"/>
                  </a:moveTo>
                  <a:cubicBezTo>
                    <a:pt x="153452" y="-40208"/>
                    <a:pt x="397567" y="26725"/>
                    <a:pt x="515624" y="0"/>
                  </a:cubicBezTo>
                  <a:cubicBezTo>
                    <a:pt x="633681" y="-26725"/>
                    <a:pt x="824376" y="3097"/>
                    <a:pt x="995153" y="0"/>
                  </a:cubicBezTo>
                  <a:cubicBezTo>
                    <a:pt x="1165930" y="-3097"/>
                    <a:pt x="1353366" y="54660"/>
                    <a:pt x="1474683" y="0"/>
                  </a:cubicBezTo>
                  <a:cubicBezTo>
                    <a:pt x="1596000" y="-54660"/>
                    <a:pt x="1778680" y="32235"/>
                    <a:pt x="1882026" y="0"/>
                  </a:cubicBezTo>
                  <a:cubicBezTo>
                    <a:pt x="1985372" y="-32235"/>
                    <a:pt x="2130137" y="3207"/>
                    <a:pt x="2289369" y="0"/>
                  </a:cubicBezTo>
                  <a:cubicBezTo>
                    <a:pt x="2448601" y="-3207"/>
                    <a:pt x="2577864" y="56272"/>
                    <a:pt x="2804992" y="0"/>
                  </a:cubicBezTo>
                  <a:cubicBezTo>
                    <a:pt x="3032120" y="-56272"/>
                    <a:pt x="3347310" y="14555"/>
                    <a:pt x="3609365" y="0"/>
                  </a:cubicBezTo>
                  <a:cubicBezTo>
                    <a:pt x="3666830" y="207656"/>
                    <a:pt x="3576378" y="268350"/>
                    <a:pt x="3609365" y="531062"/>
                  </a:cubicBezTo>
                  <a:cubicBezTo>
                    <a:pt x="3642352" y="793774"/>
                    <a:pt x="3543994" y="927137"/>
                    <a:pt x="3609365" y="1128506"/>
                  </a:cubicBezTo>
                  <a:cubicBezTo>
                    <a:pt x="3674736" y="1329875"/>
                    <a:pt x="3560474" y="1483947"/>
                    <a:pt x="3609365" y="1637440"/>
                  </a:cubicBezTo>
                  <a:cubicBezTo>
                    <a:pt x="3658256" y="1790933"/>
                    <a:pt x="3595219" y="1981749"/>
                    <a:pt x="3609365" y="2212757"/>
                  </a:cubicBezTo>
                  <a:cubicBezTo>
                    <a:pt x="3328533" y="2266768"/>
                    <a:pt x="3255743" y="2205155"/>
                    <a:pt x="3021554" y="2212757"/>
                  </a:cubicBezTo>
                  <a:cubicBezTo>
                    <a:pt x="2787365" y="2220359"/>
                    <a:pt x="2792880" y="2202983"/>
                    <a:pt x="2614212" y="2212757"/>
                  </a:cubicBezTo>
                  <a:cubicBezTo>
                    <a:pt x="2435544" y="2222531"/>
                    <a:pt x="2298976" y="2161017"/>
                    <a:pt x="2134682" y="2212757"/>
                  </a:cubicBezTo>
                  <a:cubicBezTo>
                    <a:pt x="1970388" y="2264497"/>
                    <a:pt x="1897732" y="2171851"/>
                    <a:pt x="1727339" y="2212757"/>
                  </a:cubicBezTo>
                  <a:cubicBezTo>
                    <a:pt x="1556946" y="2253663"/>
                    <a:pt x="1406208" y="2173877"/>
                    <a:pt x="1319996" y="2212757"/>
                  </a:cubicBezTo>
                  <a:cubicBezTo>
                    <a:pt x="1233784" y="2251637"/>
                    <a:pt x="1035623" y="2168771"/>
                    <a:pt x="912654" y="2212757"/>
                  </a:cubicBezTo>
                  <a:cubicBezTo>
                    <a:pt x="789685" y="2256743"/>
                    <a:pt x="603436" y="2190062"/>
                    <a:pt x="469217" y="2212757"/>
                  </a:cubicBezTo>
                  <a:cubicBezTo>
                    <a:pt x="334998" y="2235452"/>
                    <a:pt x="165395" y="2162392"/>
                    <a:pt x="0" y="2212757"/>
                  </a:cubicBezTo>
                  <a:cubicBezTo>
                    <a:pt x="-34258" y="2108765"/>
                    <a:pt x="16484" y="1951763"/>
                    <a:pt x="0" y="1725950"/>
                  </a:cubicBezTo>
                  <a:cubicBezTo>
                    <a:pt x="-16484" y="1500137"/>
                    <a:pt x="21804" y="1339834"/>
                    <a:pt x="0" y="1194889"/>
                  </a:cubicBezTo>
                  <a:cubicBezTo>
                    <a:pt x="-21804" y="1049944"/>
                    <a:pt x="54524" y="742741"/>
                    <a:pt x="0" y="619572"/>
                  </a:cubicBezTo>
                  <a:cubicBezTo>
                    <a:pt x="-54524" y="496403"/>
                    <a:pt x="55804" y="297619"/>
                    <a:pt x="0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  <a:alpha val="79000"/>
              </a:schemeClr>
            </a:solidFill>
            <a:ln>
              <a:solidFill>
                <a:schemeClr val="accent1"/>
              </a:solidFill>
              <a:extLst>
                <a:ext uri="{C807C97D-BFC1-408E-A445-0C87EB9F89A2}">
                  <ask:lineSketchStyleProps xmlns:ask="http://schemas.microsoft.com/office/drawing/2018/sketchyshapes" sd="217378430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ln w="12700">
                    <a:solidFill>
                      <a:schemeClr val="bg1"/>
                    </a:solidFill>
                    <a:prstDash val="solid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속초바다 돋움 TTF" panose="02030903000000000000" pitchFamily="18" charset="-127"/>
                  <a:ea typeface="속초바다 돋움 TTF" panose="02030903000000000000" pitchFamily="18" charset="-127"/>
                </a:rPr>
                <a:t>2025</a:t>
              </a:r>
              <a:r>
                <a:rPr lang="ko-KR" altLang="en-US" sz="1400" b="1" dirty="0">
                  <a:ln w="12700">
                    <a:solidFill>
                      <a:schemeClr val="bg1"/>
                    </a:solidFill>
                    <a:prstDash val="solid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속초바다 돋움 TTF" panose="02030903000000000000" pitchFamily="18" charset="-127"/>
                  <a:ea typeface="속초바다 돋움 TTF" panose="02030903000000000000" pitchFamily="18" charset="-127"/>
                </a:rPr>
                <a:t> 전교인 수련회</a:t>
              </a:r>
              <a:endParaRPr lang="en-US" altLang="ko-KR" sz="1400" b="1" dirty="0">
                <a:ln w="12700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속초바다 돋움 TTF" panose="02030903000000000000" pitchFamily="18" charset="-127"/>
                <a:ea typeface="속초바다 돋움 TTF" panose="02030903000000000000" pitchFamily="18" charset="-127"/>
              </a:endParaRPr>
            </a:p>
            <a:p>
              <a:pPr algn="ctr"/>
              <a:r>
                <a:rPr lang="en-US" altLang="ko-KR" sz="2000" dirty="0">
                  <a:ln w="12700">
                    <a:solidFill>
                      <a:schemeClr val="tx2">
                        <a:lumMod val="7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schemeClr val="tx2"/>
                    </a:outerShdw>
                  </a:effectLst>
                  <a:latin typeface="속초바다 돋움 TTF" panose="02030903000000000000" pitchFamily="18" charset="-127"/>
                  <a:ea typeface="속초바다 돋움 TTF" panose="02030903000000000000" pitchFamily="18" charset="-127"/>
                </a:rPr>
                <a:t>- </a:t>
              </a:r>
              <a:r>
                <a:rPr lang="ko-KR" altLang="en-US" sz="2000" dirty="0">
                  <a:ln w="12700">
                    <a:solidFill>
                      <a:schemeClr val="tx2">
                        <a:lumMod val="7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schemeClr val="tx2"/>
                    </a:outerShdw>
                  </a:effectLst>
                  <a:latin typeface="속초바다 돋움 TTF" panose="02030903000000000000" pitchFamily="18" charset="-127"/>
                  <a:ea typeface="속초바다 돋움 TTF" panose="02030903000000000000" pitchFamily="18" charset="-127"/>
                </a:rPr>
                <a:t>수련회 장소 안내 </a:t>
              </a:r>
              <a:r>
                <a:rPr lang="en-US" altLang="ko-KR" sz="2000" dirty="0">
                  <a:ln w="12700">
                    <a:solidFill>
                      <a:schemeClr val="tx2">
                        <a:lumMod val="7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schemeClr val="tx2"/>
                    </a:outerShdw>
                  </a:effectLst>
                  <a:latin typeface="속초바다 돋움 TTF" panose="02030903000000000000" pitchFamily="18" charset="-127"/>
                  <a:ea typeface="속초바다 돋움 TTF" panose="02030903000000000000" pitchFamily="18" charset="-127"/>
                </a:rPr>
                <a:t>–</a:t>
              </a:r>
            </a:p>
            <a:p>
              <a:pPr marL="285750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장소 </a:t>
              </a:r>
              <a:r>
                <a:rPr lang="en-US" altLang="ko-KR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: </a:t>
              </a:r>
              <a:r>
                <a:rPr lang="ko-KR" altLang="en-US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부여 청소년 수련원</a:t>
              </a:r>
              <a:br>
                <a:rPr lang="en-US" altLang="ko-KR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</a:br>
              <a:r>
                <a:rPr lang="en-US" altLang="ko-KR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(</a:t>
              </a:r>
              <a:r>
                <a:rPr lang="ko-KR" altLang="en-US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충남 부여군 </a:t>
              </a:r>
              <a:r>
                <a:rPr lang="ko-KR" altLang="en-US" sz="1050" dirty="0" err="1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충화면</a:t>
              </a:r>
              <a:r>
                <a:rPr lang="ko-KR" altLang="en-US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 </a:t>
              </a:r>
              <a:r>
                <a:rPr lang="ko-KR" altLang="en-US" sz="1050" dirty="0" err="1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충신로</a:t>
              </a:r>
              <a:r>
                <a:rPr lang="ko-KR" altLang="en-US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 </a:t>
              </a:r>
              <a:r>
                <a:rPr lang="en-US" altLang="ko-KR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618)</a:t>
              </a:r>
            </a:p>
            <a:p>
              <a:pPr marL="285750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주차장은 수련원 앞 도로 건너편에 있습니다</a:t>
              </a:r>
              <a:r>
                <a:rPr lang="en-US" altLang="ko-KR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.</a:t>
              </a:r>
              <a:br>
                <a:rPr lang="en-US" altLang="ko-KR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</a:br>
              <a:r>
                <a:rPr lang="en-US" altLang="ko-KR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※ </a:t>
              </a:r>
              <a:r>
                <a:rPr lang="ko-KR" altLang="en-US" sz="1050" dirty="0">
                  <a:ln w="0">
                    <a:noFill/>
                  </a:ln>
                  <a:solidFill>
                    <a:schemeClr val="tx1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짐이 많으시면 건물 입구에 짐을 놓고 차는 주차장으로 </a:t>
              </a:r>
              <a:endParaRPr lang="en-US" altLang="ko-KR" sz="1050" dirty="0">
                <a:ln w="0">
                  <a:noFill/>
                </a:ln>
                <a:solidFill>
                  <a:schemeClr val="tx1"/>
                </a:solidFill>
                <a:latin typeface="감탄로드바탕체 Bold TTF" pitchFamily="2" charset="-127"/>
                <a:ea typeface="감탄로드바탕체 Bold TTF" pitchFamily="2" charset="-127"/>
              </a:endParaRPr>
            </a:p>
            <a:p>
              <a:pPr marL="285750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050" dirty="0">
                  <a:ln w="0">
                    <a:noFill/>
                  </a:ln>
                  <a:solidFill>
                    <a:srgbClr val="C00000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물놀이 후 이동하여 수련원 강당에서 키를 받아 숙소에 짐을 풀고 오후</a:t>
              </a:r>
              <a:r>
                <a:rPr lang="en-US" altLang="ko-KR" sz="1050" dirty="0">
                  <a:ln w="0">
                    <a:noFill/>
                  </a:ln>
                  <a:solidFill>
                    <a:srgbClr val="C00000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3</a:t>
              </a:r>
              <a:r>
                <a:rPr lang="ko-KR" altLang="en-US" sz="1050" dirty="0">
                  <a:ln w="0">
                    <a:noFill/>
                  </a:ln>
                  <a:solidFill>
                    <a:srgbClr val="C00000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시까지 </a:t>
              </a:r>
              <a:r>
                <a:rPr lang="en-US" altLang="ko-KR" sz="1050" dirty="0">
                  <a:ln w="0">
                    <a:noFill/>
                  </a:ln>
                  <a:solidFill>
                    <a:srgbClr val="C00000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2</a:t>
              </a:r>
              <a:r>
                <a:rPr lang="ko-KR" altLang="en-US" sz="1050" dirty="0">
                  <a:ln w="0">
                    <a:noFill/>
                  </a:ln>
                  <a:solidFill>
                    <a:srgbClr val="C00000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층 강당으로 모여주세요</a:t>
              </a:r>
              <a:r>
                <a:rPr lang="en-US" altLang="ko-KR" sz="1050" dirty="0">
                  <a:ln w="0">
                    <a:noFill/>
                  </a:ln>
                  <a:solidFill>
                    <a:srgbClr val="C00000"/>
                  </a:solidFill>
                  <a:latin typeface="감탄로드바탕체 Bold TTF" pitchFamily="2" charset="-127"/>
                  <a:ea typeface="감탄로드바탕체 Bold TTF" pitchFamily="2" charset="-127"/>
                </a:rPr>
                <a:t>.</a:t>
              </a: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56FF8F3F-56C7-4D1A-A645-BA2E55E094AC}"/>
                </a:ext>
              </a:extLst>
            </p:cNvPr>
            <p:cNvCxnSpPr>
              <a:cxnSpLocks/>
            </p:cNvCxnSpPr>
            <p:nvPr/>
          </p:nvCxnSpPr>
          <p:spPr>
            <a:xfrm>
              <a:off x="5096785" y="2864584"/>
              <a:ext cx="213241" cy="13269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59BFF40B-14F1-79B4-BA30-DFA353714C3D}"/>
                    </a:ext>
                  </a:extLst>
                </p14:cNvPr>
                <p14:cNvContentPartPr/>
                <p14:nvPr/>
              </p14:nvContentPartPr>
              <p14:xfrm>
                <a:off x="4185268" y="4240495"/>
                <a:ext cx="1460880" cy="228924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59BFF40B-14F1-79B4-BA30-DFA353714C3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122628" y="3862855"/>
                  <a:ext cx="1586520" cy="30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E6121ED1-FC51-A00E-0A99-7ED9C089D0C0}"/>
                    </a:ext>
                  </a:extLst>
                </p14:cNvPr>
                <p14:cNvContentPartPr/>
                <p14:nvPr/>
              </p14:nvContentPartPr>
              <p14:xfrm>
                <a:off x="5530948" y="6331375"/>
                <a:ext cx="171720" cy="19584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E6121ED1-FC51-A00E-0A99-7ED9C089D0C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467948" y="5953375"/>
                  <a:ext cx="297360" cy="9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FA3C9997-E9E3-419E-9490-ED9B5D9ABF6D}"/>
                    </a:ext>
                  </a:extLst>
                </p14:cNvPr>
                <p14:cNvContentPartPr/>
                <p14:nvPr/>
              </p14:nvContentPartPr>
              <p14:xfrm>
                <a:off x="5386228" y="6537295"/>
                <a:ext cx="273240" cy="2340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FA3C9997-E9E3-419E-9490-ED9B5D9ABF6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323588" y="6159295"/>
                  <a:ext cx="398880" cy="77904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58AECCC-F57A-1E3B-E86F-FE9DB45D2980}"/>
                </a:ext>
              </a:extLst>
            </p:cNvPr>
            <p:cNvSpPr txBox="1"/>
            <p:nvPr/>
          </p:nvSpPr>
          <p:spPr>
            <a:xfrm>
              <a:off x="4290670" y="5101269"/>
              <a:ext cx="210666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ln w="12700">
                    <a:noFill/>
                    <a:prstDash val="solid"/>
                  </a:ln>
                  <a:pattFill prst="lgConfetti">
                    <a:fgClr>
                      <a:schemeClr val="bg1"/>
                    </a:fgClr>
                    <a:bgClr>
                      <a:srgbClr val="2D94B3"/>
                    </a:bgClr>
                  </a:pattFill>
                  <a:latin typeface="속초바다 손글씨 TTF" panose="03000603000000000000" pitchFamily="65" charset="-127"/>
                  <a:ea typeface="속초바다 손글씨 TTF" panose="03000603000000000000" pitchFamily="65" charset="-127"/>
                </a:rPr>
                <a:t>산책로가 좋아요❤</a:t>
              </a:r>
            </a:p>
          </p:txBody>
        </p:sp>
      </p:grpSp>
      <p:pic>
        <p:nvPicPr>
          <p:cNvPr id="30" name="그림 29">
            <a:extLst>
              <a:ext uri="{FF2B5EF4-FFF2-40B4-BE49-F238E27FC236}">
                <a16:creationId xmlns:a16="http://schemas.microsoft.com/office/drawing/2014/main" id="{90192EF3-B89A-13A9-F7AF-889481544C0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6"/>
          <a:stretch>
            <a:fillRect/>
          </a:stretch>
        </p:blipFill>
        <p:spPr>
          <a:xfrm>
            <a:off x="4787573" y="108012"/>
            <a:ext cx="4071608" cy="656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1684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31EE3EA-92D9-7062-47E7-A6E88E606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648" y="0"/>
            <a:ext cx="4620704" cy="685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59335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CA16A91-B900-D3BA-A505-820C14851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772"/>
            <a:ext cx="9144000" cy="60224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894813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2908729-8C91-CB79-4615-2646E822F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0693"/>
            <a:ext cx="9144000" cy="51166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36494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D9E84B-0D4B-6B8A-A777-D3064BE45379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38100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>
                <a:latin typeface="[양주]별산체" panose="020B0503000000000000" pitchFamily="50" charset="-127"/>
                <a:ea typeface="[양주]별산체" panose="020B0503000000000000" pitchFamily="50" charset="-127"/>
              </a:rPr>
              <a:t>수련회 기타 광고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DAE31B-ADDC-8D4A-C124-D187C32D3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87677"/>
            <a:ext cx="8229600" cy="45259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70000"/>
              </a:lnSpc>
              <a:buFont typeface="Wingdings" panose="05000000000000000000" pitchFamily="2" charset="2"/>
              <a:buChar char="l"/>
            </a:pPr>
            <a:r>
              <a:rPr lang="ko-KR" altLang="en-US" sz="24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준비물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v"/>
            </a:pPr>
            <a:r>
              <a:rPr lang="ko-KR" altLang="en-US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개인 </a:t>
            </a:r>
            <a:r>
              <a:rPr lang="en-US" altLang="ko-KR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: </a:t>
            </a:r>
            <a:r>
              <a:rPr lang="ko-KR" altLang="en-US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텀블러</a:t>
            </a:r>
            <a:r>
              <a:rPr lang="en-US" altLang="ko-KR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(</a:t>
            </a:r>
            <a:r>
              <a:rPr lang="ko-KR" altLang="en-US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자녀들까지 </a:t>
            </a:r>
            <a:r>
              <a:rPr lang="en-US" altLang="ko-KR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1</a:t>
            </a:r>
            <a:r>
              <a:rPr lang="ko-KR" altLang="en-US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인</a:t>
            </a:r>
            <a:r>
              <a:rPr lang="en-US" altLang="ko-KR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1</a:t>
            </a:r>
            <a:r>
              <a:rPr lang="ko-KR" altLang="en-US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개</a:t>
            </a:r>
            <a:r>
              <a:rPr lang="en-US" altLang="ko-KR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), </a:t>
            </a:r>
            <a:r>
              <a:rPr lang="ko-KR" altLang="en-US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세면도구</a:t>
            </a:r>
            <a:r>
              <a:rPr lang="en-US" altLang="ko-KR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(</a:t>
            </a:r>
            <a:r>
              <a:rPr lang="ko-KR" altLang="en-US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칫솔</a:t>
            </a:r>
            <a:r>
              <a:rPr lang="en-US" altLang="ko-KR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, </a:t>
            </a:r>
            <a:r>
              <a:rPr lang="ko-KR" altLang="en-US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치약</a:t>
            </a:r>
            <a:r>
              <a:rPr lang="en-US" altLang="ko-KR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, </a:t>
            </a:r>
            <a:r>
              <a:rPr lang="ko-KR" altLang="en-US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수건</a:t>
            </a:r>
            <a:r>
              <a:rPr lang="en-US" altLang="ko-KR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, </a:t>
            </a:r>
            <a:r>
              <a:rPr lang="ko-KR" altLang="en-US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비누 등</a:t>
            </a:r>
            <a:r>
              <a:rPr lang="en-US" altLang="ko-KR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), </a:t>
            </a:r>
            <a:r>
              <a:rPr lang="ko-KR" altLang="en-US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여벌 옷</a:t>
            </a:r>
            <a:r>
              <a:rPr lang="en-US" altLang="ko-KR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, </a:t>
            </a:r>
            <a:r>
              <a:rPr lang="ko-KR" altLang="en-US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물놀이 용품</a:t>
            </a:r>
            <a:r>
              <a:rPr lang="en-US" altLang="ko-KR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(</a:t>
            </a:r>
            <a:r>
              <a:rPr lang="ko-KR" altLang="en-US" sz="1800" dirty="0" err="1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물놀이옷</a:t>
            </a:r>
            <a:r>
              <a:rPr lang="en-US" altLang="ko-KR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, </a:t>
            </a:r>
            <a:r>
              <a:rPr lang="ko-KR" altLang="en-US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물놀이신발</a:t>
            </a:r>
            <a:r>
              <a:rPr lang="en-US" altLang="ko-KR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, </a:t>
            </a:r>
            <a:r>
              <a:rPr lang="ko-KR" altLang="en-US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타월 등</a:t>
            </a:r>
            <a:r>
              <a:rPr lang="en-US" altLang="ko-KR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), </a:t>
            </a:r>
            <a:r>
              <a:rPr lang="ko-KR" altLang="en-US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캠핑의자</a:t>
            </a:r>
            <a:r>
              <a:rPr lang="en-US" altLang="ko-KR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(</a:t>
            </a:r>
            <a:r>
              <a:rPr lang="ko-KR" altLang="en-US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최대 확보</a:t>
            </a:r>
            <a:r>
              <a:rPr lang="en-US" altLang="ko-KR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), </a:t>
            </a:r>
            <a:r>
              <a:rPr lang="ko-KR" altLang="en-US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아침에 운동하실 분</a:t>
            </a:r>
            <a:r>
              <a:rPr lang="en-US" altLang="ko-KR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(</a:t>
            </a:r>
            <a:r>
              <a:rPr lang="ko-KR" altLang="en-US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축구화</a:t>
            </a:r>
            <a:r>
              <a:rPr lang="en-US" altLang="ko-KR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, </a:t>
            </a:r>
            <a:r>
              <a:rPr lang="ko-KR" altLang="en-US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운동화</a:t>
            </a:r>
            <a:r>
              <a:rPr lang="en-US" altLang="ko-KR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, </a:t>
            </a:r>
            <a:r>
              <a:rPr lang="ko-KR" altLang="en-US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운동복</a:t>
            </a:r>
            <a:r>
              <a:rPr lang="en-US" altLang="ko-KR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)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v"/>
            </a:pPr>
            <a:r>
              <a:rPr lang="ko-KR" altLang="en-US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공용 </a:t>
            </a:r>
            <a:r>
              <a:rPr lang="en-US" altLang="ko-KR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: </a:t>
            </a:r>
            <a:r>
              <a:rPr lang="ko-KR" altLang="en-US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캠핑 테이블</a:t>
            </a:r>
            <a:r>
              <a:rPr lang="en-US" altLang="ko-KR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, </a:t>
            </a:r>
            <a:r>
              <a:rPr lang="ko-KR" altLang="en-US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캠핑 조명</a:t>
            </a:r>
            <a:r>
              <a:rPr lang="en-US" altLang="ko-KR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, </a:t>
            </a:r>
            <a:r>
              <a:rPr lang="ko-KR" altLang="en-US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조명 걸이</a:t>
            </a:r>
            <a:r>
              <a:rPr lang="en-US" altLang="ko-KR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(</a:t>
            </a:r>
            <a:r>
              <a:rPr lang="ko-KR" altLang="en-US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김진수 형제님께 알려주세요</a:t>
            </a:r>
            <a:r>
              <a:rPr lang="en-US" altLang="ko-KR" sz="1800" dirty="0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!)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sz="1800" dirty="0">
                <a:solidFill>
                  <a:srgbClr val="0070C0"/>
                </a:solidFill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※ </a:t>
            </a:r>
            <a:r>
              <a:rPr lang="ko-KR" altLang="en-US" sz="1800" dirty="0">
                <a:solidFill>
                  <a:srgbClr val="0070C0"/>
                </a:solidFill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종이컵을 커피믹스용 최소로 </a:t>
            </a:r>
            <a:r>
              <a:rPr lang="ko-KR" altLang="en-US" sz="1800" dirty="0" err="1">
                <a:solidFill>
                  <a:srgbClr val="0070C0"/>
                </a:solidFill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준비하오니</a:t>
            </a:r>
            <a:r>
              <a:rPr lang="ko-KR" altLang="en-US" sz="1800" dirty="0">
                <a:solidFill>
                  <a:srgbClr val="0070C0"/>
                </a:solidFill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 텀블러 꼭 가져오시기 바랍니다</a:t>
            </a:r>
            <a:r>
              <a:rPr lang="en-US" altLang="ko-KR" sz="1800" dirty="0">
                <a:solidFill>
                  <a:srgbClr val="0070C0"/>
                </a:solidFill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l"/>
            </a:pPr>
            <a:r>
              <a:rPr lang="ko-KR" altLang="en-US" sz="2400" dirty="0" err="1"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조편성</a:t>
            </a:r>
            <a:endParaRPr lang="ko-KR" altLang="en-US" sz="2400" dirty="0">
              <a:latin typeface="세종학당 제목체" panose="020B0803000000000000" pitchFamily="50" charset="-127"/>
              <a:ea typeface="세종학당 제목체" panose="020B0803000000000000" pitchFamily="50" charset="-127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v"/>
            </a:pPr>
            <a:r>
              <a:rPr lang="ko-KR" altLang="en-US" sz="1800" dirty="0">
                <a:solidFill>
                  <a:srgbClr val="0070C0"/>
                </a:solidFill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추가된 인원으로 인하여 조편성에 변동이 있으니 착오 없으시기 바랍니다</a:t>
            </a:r>
            <a:r>
              <a:rPr lang="en-US" altLang="ko-KR" sz="1800" dirty="0">
                <a:solidFill>
                  <a:srgbClr val="0070C0"/>
                </a:solidFill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.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sz="1800" dirty="0">
                <a:solidFill>
                  <a:srgbClr val="0070C0"/>
                </a:solidFill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※ </a:t>
            </a:r>
            <a:r>
              <a:rPr lang="ko-KR" altLang="en-US" sz="1800" dirty="0">
                <a:solidFill>
                  <a:srgbClr val="0070C0"/>
                </a:solidFill>
                <a:latin typeface="세종학당 제목체" panose="020B0803000000000000" pitchFamily="50" charset="-127"/>
                <a:ea typeface="세종학당 제목체" panose="020B0803000000000000" pitchFamily="50" charset="-127"/>
              </a:rPr>
              <a:t>조편성표 참조 바람</a:t>
            </a:r>
          </a:p>
        </p:txBody>
      </p:sp>
    </p:spTree>
    <p:extLst>
      <p:ext uri="{BB962C8B-B14F-4D97-AF65-F5344CB8AC3E}">
        <p14:creationId xmlns:p14="http://schemas.microsoft.com/office/powerpoint/2010/main" val="831575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3632</TotalTime>
  <Words>651</Words>
  <Application>Microsoft Office PowerPoint</Application>
  <PresentationFormat>화면 슬라이드 쇼(4:3)</PresentationFormat>
  <Paragraphs>114</Paragraphs>
  <Slides>51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62" baseType="lpstr">
      <vt:lpstr>[양주]별산체</vt:lpstr>
      <vt:lpstr>KoddiUD 온고딕 Bold</vt:lpstr>
      <vt:lpstr>감탄로드바탕체 Bold TTF</vt:lpstr>
      <vt:lpstr>감탄로드탄탄체 TTF</vt:lpstr>
      <vt:lpstr>맑은 고딕</vt:lpstr>
      <vt:lpstr>세종학당 제목체</vt:lpstr>
      <vt:lpstr>속초바다 돋움 TTF</vt:lpstr>
      <vt:lpstr>속초바다 손글씨 TTF</vt:lpstr>
      <vt:lpstr>Arial</vt:lpstr>
      <vt:lpstr>Wingdings</vt:lpstr>
      <vt:lpstr>Office 테마</vt:lpstr>
      <vt:lpstr>조용석 신찬미 (하늘)</vt:lpstr>
      <vt:lpstr>조길환 김미정 (헌, 은, 단)</vt:lpstr>
      <vt:lpstr>성규상 배지나 (은율)</vt:lpstr>
      <vt:lpstr>김성환 임현정 (지율, 나율, 서율)</vt:lpstr>
      <vt:lpstr>박용범 박수하 (현준 예린)</vt:lpstr>
      <vt:lpstr>조요셉 박지혜 (다엘)</vt:lpstr>
      <vt:lpstr>이연필 송호숙</vt:lpstr>
      <vt:lpstr>윤장우 노재숙</vt:lpstr>
      <vt:lpstr>한상택 임진산 한연경</vt:lpstr>
      <vt:lpstr>안혜경 박정숙 추정옥 김미애</vt:lpstr>
      <vt:lpstr>남현정 김민지 김난해 박미란</vt:lpstr>
      <vt:lpstr>김보람 김현정 (재윤, 도윤, 하윤)</vt:lpstr>
      <vt:lpstr>서성민 노길자 (희준, 희연, 윤설)</vt:lpstr>
      <vt:lpstr>청청 남자1</vt:lpstr>
      <vt:lpstr>청청 남자2</vt:lpstr>
      <vt:lpstr>청청 여자1</vt:lpstr>
      <vt:lpstr>청청 여자2</vt:lpstr>
      <vt:lpstr>유치부 유찬양(세연) 임효정(시윤) 전혜수(태연)</vt:lpstr>
      <vt:lpstr>박성희(하라) 김숙희(시아) 박안연 (예서, 예지)</vt:lpstr>
      <vt:lpstr>백서영 (영진, 서진) 이창선 (윤성, 윤설)</vt:lpstr>
      <vt:lpstr>김선미 이예라 최지현 최주영 (소윤, 태윤)</vt:lpstr>
      <vt:lpstr>박수지(찬희) 이미화 김지영 김선향 문현주</vt:lpstr>
      <vt:lpstr>김기창(세하) 한재호(예준) 한지훈</vt:lpstr>
      <vt:lpstr>송민섭 이상수 김영수 김진수</vt:lpstr>
      <vt:lpstr>전충희 천명선 정군옥 박종연</vt:lpstr>
      <vt:lpstr>유한호 김진태 유병진 박우근 김재식</vt:lpstr>
      <vt:lpstr>홍택수(주원) 안치현(하준) 장진호</vt:lpstr>
      <vt:lpstr>신현철 최원희</vt:lpstr>
      <vt:lpstr>문은주 김윤희 박상미 임에스더 배나영(은우)</vt:lpstr>
      <vt:lpstr>초등부</vt:lpstr>
      <vt:lpstr>초등부</vt:lpstr>
      <vt:lpstr>청년/청소년</vt:lpstr>
      <vt:lpstr>청년/청소년</vt:lpstr>
      <vt:lpstr>집회장소</vt:lpstr>
      <vt:lpstr>집회장소</vt:lpstr>
      <vt:lpstr>1등</vt:lpstr>
      <vt:lpstr>1등</vt:lpstr>
      <vt:lpstr>1등</vt:lpstr>
      <vt:lpstr>2등</vt:lpstr>
      <vt:lpstr>2등</vt:lpstr>
      <vt:lpstr>3등</vt:lpstr>
      <vt:lpstr>3등</vt:lpstr>
      <vt:lpstr>MVP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수련회 기타 광고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도우미(여)</dc:title>
  <dc:creator>Microsoft Corporation</dc:creator>
  <cp:lastModifiedBy>JKH</cp:lastModifiedBy>
  <cp:revision>22</cp:revision>
  <cp:lastPrinted>2024-08-15T06:26:21Z</cp:lastPrinted>
  <dcterms:created xsi:type="dcterms:W3CDTF">2006-10-05T04:04:58Z</dcterms:created>
  <dcterms:modified xsi:type="dcterms:W3CDTF">2025-08-25T01:06:36Z</dcterms:modified>
</cp:coreProperties>
</file>