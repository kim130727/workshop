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563" autoAdjust="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135D9-A57D-46F9-9037-404DED54ADFA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05458A-4486-4DB7-B95E-81984C5657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651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5458A-4486-4DB7-B95E-81984C56575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174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06A36B-EC01-1966-23FA-5D018D90A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422B45-70E7-C745-3510-4B7C45198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BF8DF-9C05-7262-1CEC-28DD4E13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ABFD-3967-45D2-AC8F-608712AF4AD9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D21CBB-EA8D-BAB4-B789-C381C087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8BDFDF-3028-FBB3-EAA4-11484BD8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3D35-42AA-4E72-8C65-621763829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86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922F6-C0C5-2412-3149-4B6EA0280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CC6F41-FFAE-CB81-909E-4D73AF9F5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6F7D25-30F2-CF69-2E29-72022CA7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ABFD-3967-45D2-AC8F-608712AF4AD9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B341B6-917E-6152-01EC-EAAB6E5B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5100F3-9E3E-E187-C16D-CCD8D7BE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3D35-42AA-4E72-8C65-621763829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501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E3C7B-F431-3BE5-0182-EE63FFD94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D6A952-DB57-1BC9-7654-78573FE07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FD40B6-57EC-3744-F52D-B8B1B898F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ABFD-3967-45D2-AC8F-608712AF4AD9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9AE987-7A26-1198-17E5-4C1F208F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85CF90-64BC-27C5-225D-6C073020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3D35-42AA-4E72-8C65-621763829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31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8841D-EABB-62E5-16AE-7AE7C86ED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A8512-5B9B-DF36-8759-57504CE98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C6B8F4-F975-1D63-51B7-21A0EBAC7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CBFEE5-835F-C4B7-92F7-C88398DD8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ABFD-3967-45D2-AC8F-608712AF4AD9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C6390C-D8C2-09FE-6BBB-12931678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F254CA-8417-35B1-9F7A-98BC99F43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3D35-42AA-4E72-8C65-621763829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99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BED58-10D3-72FB-B3B4-59CBA60F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186447-8BA2-C986-7C65-F9171B4B7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134610-EBB7-70A3-9EA0-B491116A9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DAD22C-82FE-AFB5-6246-CDFA55392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ADA9A8-7FD8-7034-E90E-AD6F91DCE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411FF0-6ACD-58AD-EFD7-F7B284BFF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ABFD-3967-45D2-AC8F-608712AF4AD9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FC629B-FCC3-E9B6-3EF6-70DDEDA1C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E537A8-AD19-F0DA-C354-7733C39F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3D35-42AA-4E72-8C65-621763829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19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20F982-44CB-FCB8-9922-952982FB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A94DBC-4828-AE78-6CBC-BF4B2A490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ABFD-3967-45D2-AC8F-608712AF4AD9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7AF98F-5892-3B92-4380-ADDFFAF03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7953B4-3DEF-60D0-B193-E6723494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3D35-42AA-4E72-8C65-621763829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428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5C0725A-0EF7-A868-54C6-964B4EB4D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ABFD-3967-45D2-AC8F-608712AF4AD9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D94186-41EB-A96B-0FAD-6164D469D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D170AC-1479-57F8-285F-4E16E2C8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3D35-42AA-4E72-8C65-621763829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518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C6D1A-0F38-F9D2-FF00-4D2EC221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2B2B3C-DE1C-7B1B-8AA3-2AC48645A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371FB4-D9D0-0F6E-957D-A8B74C82B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8F999C-65CE-9BE5-1F02-B07C07D39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ABFD-3967-45D2-AC8F-608712AF4AD9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10317C-015D-C2D1-0E8A-D65CF450B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8EE675-228B-C807-8E00-8B60EF7D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3D35-42AA-4E72-8C65-621763829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84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DB333-3A06-1047-AD3D-732134787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6F853F-B578-28E8-5331-8BAA29A8F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A11E3F-2E8B-FF20-A10D-5A863DF87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286B4-1CBE-51A8-FE77-A0BD5DF4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ABFD-3967-45D2-AC8F-608712AF4AD9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E5CA38-F3E2-B633-6276-DA0371F1B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7402B5-B74A-B4DF-7339-F8EC74F2F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3D35-42AA-4E72-8C65-621763829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31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32884-08CE-D59E-7B05-1E6415674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58473A-D6CB-466F-0B33-04D67D4B0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FF48C5-0211-814D-85CC-C5AF14E2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ABFD-3967-45D2-AC8F-608712AF4AD9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A8D6F-E1F4-F51A-CA30-1FBEBF825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C15F68-CEFC-2761-4373-2FDC5CDD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3D35-42AA-4E72-8C65-621763829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615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D06677-BD70-98B3-97C1-9B5E32CE7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8883F3-E8B9-EBA4-2B24-C1245B915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87B7D6-99B5-0812-ACD6-20AB2812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ABFD-3967-45D2-AC8F-608712AF4AD9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D000A7-43ED-2486-AA31-255DA85A8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53814B-1B74-0658-7044-829B9B017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3D35-42AA-4E72-8C65-621763829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60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9B7C2A-C3F8-6C6E-EA93-1D2B265AB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D4E948-2575-A4BD-000E-A55799CA0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10E128-1D13-58DC-4C1C-7B9FBD86F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EABFD-3967-45D2-AC8F-608712AF4AD9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CE657-3052-E78D-EB9C-9CF0078D7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A70860-3841-E8F4-80BA-FE55FA28C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73D35-42AA-4E72-8C65-621763829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82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99312FDC-3510-4A24-A813-E992674244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A270A1-0737-A8E8-4C60-07C13CCDD4F5}"/>
              </a:ext>
            </a:extLst>
          </p:cNvPr>
          <p:cNvSpPr/>
          <p:nvPr/>
        </p:nvSpPr>
        <p:spPr>
          <a:xfrm>
            <a:off x="179294" y="540405"/>
            <a:ext cx="11833412" cy="5737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7B4440E-4EA3-F54B-3D61-DEAEE6C18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325419"/>
              </p:ext>
            </p:extLst>
          </p:nvPr>
        </p:nvGraphicFramePr>
        <p:xfrm>
          <a:off x="440390" y="928409"/>
          <a:ext cx="5019116" cy="4961405"/>
        </p:xfrm>
        <a:graphic>
          <a:graphicData uri="http://schemas.openxmlformats.org/drawingml/2006/table">
            <a:tbl>
              <a:tblPr/>
              <a:tblGrid>
                <a:gridCol w="530506">
                  <a:extLst>
                    <a:ext uri="{9D8B030D-6E8A-4147-A177-3AD203B41FA5}">
                      <a16:colId xmlns:a16="http://schemas.microsoft.com/office/drawing/2014/main" val="4010441130"/>
                    </a:ext>
                  </a:extLst>
                </a:gridCol>
                <a:gridCol w="2020438">
                  <a:extLst>
                    <a:ext uri="{9D8B030D-6E8A-4147-A177-3AD203B41FA5}">
                      <a16:colId xmlns:a16="http://schemas.microsoft.com/office/drawing/2014/main" val="1978489919"/>
                    </a:ext>
                  </a:extLst>
                </a:gridCol>
                <a:gridCol w="1234086">
                  <a:extLst>
                    <a:ext uri="{9D8B030D-6E8A-4147-A177-3AD203B41FA5}">
                      <a16:colId xmlns:a16="http://schemas.microsoft.com/office/drawing/2014/main" val="1497508026"/>
                    </a:ext>
                  </a:extLst>
                </a:gridCol>
                <a:gridCol w="1234086">
                  <a:extLst>
                    <a:ext uri="{9D8B030D-6E8A-4147-A177-3AD203B41FA5}">
                      <a16:colId xmlns:a16="http://schemas.microsoft.com/office/drawing/2014/main" val="2875699634"/>
                    </a:ext>
                  </a:extLst>
                </a:gridCol>
              </a:tblGrid>
              <a:tr h="244733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예산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결산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470217"/>
                  </a:ext>
                </a:extLst>
              </a:tr>
              <a:tr h="244733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수입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수련회비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6,940,000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6,940,000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613229"/>
                  </a:ext>
                </a:extLst>
              </a:tr>
              <a:tr h="244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교회 예산지원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237538"/>
                  </a:ext>
                </a:extLst>
              </a:tr>
              <a:tr h="244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엔젤헌금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2,570,000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2,570,000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90759"/>
                  </a:ext>
                </a:extLst>
              </a:tr>
              <a:tr h="244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이자수입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7,164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607654"/>
                  </a:ext>
                </a:extLst>
              </a:tr>
              <a:tr h="2558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수입 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12,510,000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12,517,164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725225"/>
                  </a:ext>
                </a:extLst>
              </a:tr>
              <a:tr h="244733">
                <a:tc row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수련원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숙박비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(8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1,360,000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1,360,000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891714"/>
                  </a:ext>
                </a:extLst>
              </a:tr>
              <a:tr h="244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수련원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숙박비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483194"/>
                  </a:ext>
                </a:extLst>
              </a:tr>
              <a:tr h="244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수련원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563539"/>
                  </a:ext>
                </a:extLst>
              </a:tr>
              <a:tr h="4894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수련원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강의실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992918"/>
                  </a:ext>
                </a:extLst>
              </a:tr>
              <a:tr h="244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수련원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1,890,000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1,890,000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71299"/>
                  </a:ext>
                </a:extLst>
              </a:tr>
              <a:tr h="244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수영장 사용료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1,686,000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1,300,000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752108"/>
                  </a:ext>
                </a:extLst>
              </a:tr>
              <a:tr h="244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간식 및 상품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2,000,000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2,684,245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75445"/>
                  </a:ext>
                </a:extLst>
              </a:tr>
              <a:tr h="244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주일학교 도우미 수당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459325"/>
                  </a:ext>
                </a:extLst>
              </a:tr>
              <a:tr h="244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보험료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118,070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32747"/>
                  </a:ext>
                </a:extLst>
              </a:tr>
              <a:tr h="244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마무리 회식 및 종평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72638"/>
                  </a:ext>
                </a:extLst>
              </a:tr>
              <a:tr h="244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123,467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874036"/>
                  </a:ext>
                </a:extLst>
              </a:tr>
              <a:tr h="2558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지출 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10,186,000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10,515,782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477192"/>
                  </a:ext>
                </a:extLst>
              </a:tr>
              <a:tr h="289230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수입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지출 차액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1100" b="1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2,324,000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sng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1100" b="1" i="0" u="sng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2,001,382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3874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12160C1-0158-75B2-437C-CB947C794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872892"/>
              </p:ext>
            </p:extLst>
          </p:nvPr>
        </p:nvGraphicFramePr>
        <p:xfrm>
          <a:off x="5773269" y="928409"/>
          <a:ext cx="5978341" cy="2006035"/>
        </p:xfrm>
        <a:graphic>
          <a:graphicData uri="http://schemas.openxmlformats.org/drawingml/2006/table">
            <a:tbl>
              <a:tblPr/>
              <a:tblGrid>
                <a:gridCol w="631894">
                  <a:extLst>
                    <a:ext uri="{9D8B030D-6E8A-4147-A177-3AD203B41FA5}">
                      <a16:colId xmlns:a16="http://schemas.microsoft.com/office/drawing/2014/main" val="4010441130"/>
                    </a:ext>
                  </a:extLst>
                </a:gridCol>
                <a:gridCol w="2406573">
                  <a:extLst>
                    <a:ext uri="{9D8B030D-6E8A-4147-A177-3AD203B41FA5}">
                      <a16:colId xmlns:a16="http://schemas.microsoft.com/office/drawing/2014/main" val="1978489919"/>
                    </a:ext>
                  </a:extLst>
                </a:gridCol>
                <a:gridCol w="1469937">
                  <a:extLst>
                    <a:ext uri="{9D8B030D-6E8A-4147-A177-3AD203B41FA5}">
                      <a16:colId xmlns:a16="http://schemas.microsoft.com/office/drawing/2014/main" val="1497508026"/>
                    </a:ext>
                  </a:extLst>
                </a:gridCol>
                <a:gridCol w="1469937">
                  <a:extLst>
                    <a:ext uri="{9D8B030D-6E8A-4147-A177-3AD203B41FA5}">
                      <a16:colId xmlns:a16="http://schemas.microsoft.com/office/drawing/2014/main" val="2875699634"/>
                    </a:ext>
                  </a:extLst>
                </a:gridCol>
              </a:tblGrid>
              <a:tr h="32573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미납분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470217"/>
                  </a:ext>
                </a:extLst>
              </a:tr>
              <a:tr h="325735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수입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수련회비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6,230,000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680,000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613229"/>
                  </a:ext>
                </a:extLst>
              </a:tr>
              <a:tr h="325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교회 예산지원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3,000,000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237538"/>
                  </a:ext>
                </a:extLst>
              </a:tr>
              <a:tr h="325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엔젤헌금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1,740,000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90759"/>
                  </a:ext>
                </a:extLst>
              </a:tr>
              <a:tr h="325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이자수입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607654"/>
                  </a:ext>
                </a:extLst>
              </a:tr>
              <a:tr h="3773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수입 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10,970,000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680,000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725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372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163</Words>
  <Application>Microsoft Office PowerPoint</Application>
  <PresentationFormat>와이드스크린</PresentationFormat>
  <Paragraphs>78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8</cp:revision>
  <dcterms:created xsi:type="dcterms:W3CDTF">2026-09-15T08:39:48Z</dcterms:created>
  <dcterms:modified xsi:type="dcterms:W3CDTF">2026-09-28T04:14:32Z</dcterms:modified>
</cp:coreProperties>
</file>